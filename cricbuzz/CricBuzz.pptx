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1" r:id="rId4"/>
  </p:sldMasterIdLst>
  <p:notesMasterIdLst>
    <p:notesMasterId r:id="rId34"/>
  </p:notesMasterIdLst>
  <p:handoutMasterIdLst>
    <p:handoutMasterId r:id="rId35"/>
  </p:handoutMasterIdLst>
  <p:sldIdLst>
    <p:sldId id="400" r:id="rId5"/>
    <p:sldId id="401" r:id="rId6"/>
    <p:sldId id="413" r:id="rId7"/>
    <p:sldId id="421" r:id="rId8"/>
    <p:sldId id="402" r:id="rId9"/>
    <p:sldId id="403" r:id="rId10"/>
    <p:sldId id="414" r:id="rId11"/>
    <p:sldId id="415" r:id="rId12"/>
    <p:sldId id="416" r:id="rId13"/>
    <p:sldId id="417" r:id="rId14"/>
    <p:sldId id="418" r:id="rId15"/>
    <p:sldId id="419" r:id="rId16"/>
    <p:sldId id="420" r:id="rId17"/>
    <p:sldId id="404" r:id="rId18"/>
    <p:sldId id="405" r:id="rId19"/>
    <p:sldId id="406" r:id="rId20"/>
    <p:sldId id="423" r:id="rId21"/>
    <p:sldId id="407" r:id="rId22"/>
    <p:sldId id="424" r:id="rId23"/>
    <p:sldId id="425" r:id="rId24"/>
    <p:sldId id="422" r:id="rId25"/>
    <p:sldId id="426" r:id="rId26"/>
    <p:sldId id="408" r:id="rId27"/>
    <p:sldId id="427" r:id="rId28"/>
    <p:sldId id="428" r:id="rId29"/>
    <p:sldId id="429" r:id="rId30"/>
    <p:sldId id="410" r:id="rId31"/>
    <p:sldId id="411" r:id="rId32"/>
    <p:sldId id="412"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A3D024-909B-3BC2-1496-FEEAB652808A}" name="Sher Dionisio" initials="" userId="S::Sher.Dionisio@teksystemsgs.com::02daa716-9709-4d47-a153-1943ce1675c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90C413-85B6-45C7-A5C8-82407C449291}" v="44" dt="2026-03-14T10:56:48.884"/>
    <p1510:client id="{2AF841C8-435C-4F02-9918-7B5B77DB2DEB}" v="36" dt="2026-03-14T10:45:32.067"/>
    <p1510:client id="{5C9BE9EB-ECF6-466D-BBF2-56431DC7F938}" v="658" dt="2026-03-14T10:34:27.131"/>
  </p1510:revLst>
</p1510:revInfo>
</file>

<file path=ppt/tableStyles.xml><?xml version="1.0" encoding="utf-8"?>
<a:tblStyleLst xmlns:a="http://schemas.openxmlformats.org/drawingml/2006/main" def="{912C8C85-51F0-491E-9774-3900AFEF0FD7}">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27" autoAdjust="0"/>
    <p:restoredTop sz="95928" autoAdjust="0"/>
  </p:normalViewPr>
  <p:slideViewPr>
    <p:cSldViewPr snapToGrid="0">
      <p:cViewPr varScale="1">
        <p:scale>
          <a:sx n="64" d="100"/>
          <a:sy n="64" d="100"/>
        </p:scale>
        <p:origin x="810" y="78"/>
      </p:cViewPr>
      <p:guideLst/>
    </p:cSldViewPr>
  </p:slideViewPr>
  <p:outlineViewPr>
    <p:cViewPr>
      <p:scale>
        <a:sx n="33" d="100"/>
        <a:sy n="33" d="100"/>
      </p:scale>
      <p:origin x="0" y="-3902"/>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C27A59-6A29-4794-A440-04804798BA2D}" type="doc">
      <dgm:prSet loTypeId="urn:microsoft.com/office/officeart/2005/8/layout/process1" loCatId="process" qsTypeId="urn:microsoft.com/office/officeart/2005/8/quickstyle/simple1" qsCatId="simple" csTypeId="urn:microsoft.com/office/officeart/2005/8/colors/accent1_2" csCatId="accent1" phldr="1"/>
      <dgm:spPr/>
    </dgm:pt>
    <dgm:pt modelId="{7A915A93-8CC6-4AB7-9A84-DB11987BF0BC}">
      <dgm:prSet phldrT="[Text]" phldr="0"/>
      <dgm:spPr/>
      <dgm:t>
        <a:bodyPr/>
        <a:lstStyle/>
        <a:p>
          <a:pPr rtl="0"/>
          <a:r>
            <a:rPr lang="en-US" dirty="0">
              <a:latin typeface="Century Gothic"/>
            </a:rPr>
            <a:t>Rapid API</a:t>
          </a:r>
          <a:endParaRPr lang="en-US" dirty="0"/>
        </a:p>
      </dgm:t>
    </dgm:pt>
    <dgm:pt modelId="{10B1B60E-C4B1-4334-B74E-66695FAB0C74}" type="parTrans" cxnId="{27E39979-CB09-4FC2-A523-411EDA666741}">
      <dgm:prSet/>
      <dgm:spPr/>
    </dgm:pt>
    <dgm:pt modelId="{01D4B98B-E43F-4D14-8B18-1A8CE7142041}" type="sibTrans" cxnId="{27E39979-CB09-4FC2-A523-411EDA666741}">
      <dgm:prSet/>
      <dgm:spPr/>
      <dgm:t>
        <a:bodyPr/>
        <a:lstStyle/>
        <a:p>
          <a:endParaRPr lang="en-US"/>
        </a:p>
      </dgm:t>
    </dgm:pt>
    <dgm:pt modelId="{E72684E7-06E0-439B-8BF1-C777B971E2A0}">
      <dgm:prSet phldrT="[Text]" phldr="0"/>
      <dgm:spPr/>
      <dgm:t>
        <a:bodyPr/>
        <a:lstStyle/>
        <a:p>
          <a:r>
            <a:rPr lang="en-US" dirty="0" err="1">
              <a:latin typeface="Century Gothic"/>
            </a:rPr>
            <a:t>Pytho</a:t>
          </a:r>
          <a:r>
            <a:rPr lang="en-US" dirty="0">
              <a:latin typeface="Century Gothic"/>
            </a:rPr>
            <a:t>n</a:t>
          </a:r>
          <a:endParaRPr lang="en-US" dirty="0"/>
        </a:p>
      </dgm:t>
    </dgm:pt>
    <dgm:pt modelId="{401D5F28-52E9-4803-9F71-C787663E0CE6}" type="parTrans" cxnId="{43641F70-DA65-4CB4-B0A8-D2003BEC86C4}">
      <dgm:prSet/>
      <dgm:spPr/>
    </dgm:pt>
    <dgm:pt modelId="{CB8C4741-3FF8-467C-8625-69AEE2B71B0B}" type="sibTrans" cxnId="{43641F70-DA65-4CB4-B0A8-D2003BEC86C4}">
      <dgm:prSet/>
      <dgm:spPr/>
      <dgm:t>
        <a:bodyPr/>
        <a:lstStyle/>
        <a:p>
          <a:endParaRPr lang="en-US"/>
        </a:p>
      </dgm:t>
    </dgm:pt>
    <dgm:pt modelId="{D609A11C-0092-4F35-AD66-6C3578302DC0}">
      <dgm:prSet phldrT="[Text]" phldr="0"/>
      <dgm:spPr/>
      <dgm:t>
        <a:bodyPr/>
        <a:lstStyle/>
        <a:p>
          <a:pPr rtl="0"/>
          <a:r>
            <a:rPr lang="en-US" dirty="0" err="1">
              <a:latin typeface="Century Gothic"/>
            </a:rPr>
            <a:t>Postgre</a:t>
          </a:r>
          <a:r>
            <a:rPr lang="en-US" dirty="0">
              <a:latin typeface="Century Gothic"/>
            </a:rPr>
            <a:t> SQL</a:t>
          </a:r>
        </a:p>
      </dgm:t>
    </dgm:pt>
    <dgm:pt modelId="{35FD3690-DFEE-449E-9AF8-C9392FA4F634}" type="parTrans" cxnId="{9B11147E-6918-4D21-85B6-853D2F25412A}">
      <dgm:prSet/>
      <dgm:spPr/>
    </dgm:pt>
    <dgm:pt modelId="{F1A57B6E-7A39-4EEF-BE79-AE9F36C134F1}" type="sibTrans" cxnId="{9B11147E-6918-4D21-85B6-853D2F25412A}">
      <dgm:prSet/>
      <dgm:spPr/>
      <dgm:t>
        <a:bodyPr/>
        <a:lstStyle/>
        <a:p>
          <a:endParaRPr lang="en-US"/>
        </a:p>
      </dgm:t>
    </dgm:pt>
    <dgm:pt modelId="{6BB6ED91-2A9C-478E-9DA4-AD833C2601AD}">
      <dgm:prSet phldr="0"/>
      <dgm:spPr/>
      <dgm:t>
        <a:bodyPr/>
        <a:lstStyle/>
        <a:p>
          <a:pPr rtl="0"/>
          <a:r>
            <a:rPr lang="en-US" dirty="0">
              <a:latin typeface="Century Gothic"/>
            </a:rPr>
            <a:t>Stream lit</a:t>
          </a:r>
          <a:endParaRPr lang="en-US" dirty="0"/>
        </a:p>
      </dgm:t>
    </dgm:pt>
    <dgm:pt modelId="{AE6DBB13-BABF-423C-9D37-D851AC0E824A}" type="parTrans" cxnId="{0E46DDD3-068F-43E6-8D10-235FD76B6BC2}">
      <dgm:prSet/>
      <dgm:spPr/>
    </dgm:pt>
    <dgm:pt modelId="{103F0FCE-B93C-4CDE-A501-8DC8789E0194}" type="sibTrans" cxnId="{0E46DDD3-068F-43E6-8D10-235FD76B6BC2}">
      <dgm:prSet/>
      <dgm:spPr/>
    </dgm:pt>
    <dgm:pt modelId="{F307942F-77FF-4CF6-9A0B-9A24B3ECF287}" type="pres">
      <dgm:prSet presAssocID="{CFC27A59-6A29-4794-A440-04804798BA2D}" presName="Name0" presStyleCnt="0">
        <dgm:presLayoutVars>
          <dgm:dir/>
          <dgm:resizeHandles val="exact"/>
        </dgm:presLayoutVars>
      </dgm:prSet>
      <dgm:spPr/>
    </dgm:pt>
    <dgm:pt modelId="{A7481926-C50D-4407-9D52-DDBED048234C}" type="pres">
      <dgm:prSet presAssocID="{7A915A93-8CC6-4AB7-9A84-DB11987BF0BC}" presName="node" presStyleLbl="node1" presStyleIdx="0" presStyleCnt="4">
        <dgm:presLayoutVars>
          <dgm:bulletEnabled val="1"/>
        </dgm:presLayoutVars>
      </dgm:prSet>
      <dgm:spPr/>
    </dgm:pt>
    <dgm:pt modelId="{8EE04CD1-2796-4ED0-A196-1F01B4C75CB5}" type="pres">
      <dgm:prSet presAssocID="{01D4B98B-E43F-4D14-8B18-1A8CE7142041}" presName="sibTrans" presStyleLbl="sibTrans2D1" presStyleIdx="0" presStyleCnt="3"/>
      <dgm:spPr/>
    </dgm:pt>
    <dgm:pt modelId="{247F5705-4B67-494D-BF10-A1A465308639}" type="pres">
      <dgm:prSet presAssocID="{01D4B98B-E43F-4D14-8B18-1A8CE7142041}" presName="connectorText" presStyleLbl="sibTrans2D1" presStyleIdx="0" presStyleCnt="3"/>
      <dgm:spPr/>
    </dgm:pt>
    <dgm:pt modelId="{F566A858-67EF-40F9-B758-CDB0C894048E}" type="pres">
      <dgm:prSet presAssocID="{E72684E7-06E0-439B-8BF1-C777B971E2A0}" presName="node" presStyleLbl="node1" presStyleIdx="1" presStyleCnt="4">
        <dgm:presLayoutVars>
          <dgm:bulletEnabled val="1"/>
        </dgm:presLayoutVars>
      </dgm:prSet>
      <dgm:spPr/>
    </dgm:pt>
    <dgm:pt modelId="{72DAB3C5-10EF-4FF4-8C24-6903B331BE11}" type="pres">
      <dgm:prSet presAssocID="{CB8C4741-3FF8-467C-8625-69AEE2B71B0B}" presName="sibTrans" presStyleLbl="sibTrans2D1" presStyleIdx="1" presStyleCnt="3"/>
      <dgm:spPr/>
    </dgm:pt>
    <dgm:pt modelId="{5D2FB532-81BB-4B26-9F2F-A7A27AC5CF07}" type="pres">
      <dgm:prSet presAssocID="{CB8C4741-3FF8-467C-8625-69AEE2B71B0B}" presName="connectorText" presStyleLbl="sibTrans2D1" presStyleIdx="1" presStyleCnt="3"/>
      <dgm:spPr/>
    </dgm:pt>
    <dgm:pt modelId="{F05C37C0-146B-40BF-99FC-48682800AB5C}" type="pres">
      <dgm:prSet presAssocID="{D609A11C-0092-4F35-AD66-6C3578302DC0}" presName="node" presStyleLbl="node1" presStyleIdx="2" presStyleCnt="4">
        <dgm:presLayoutVars>
          <dgm:bulletEnabled val="1"/>
        </dgm:presLayoutVars>
      </dgm:prSet>
      <dgm:spPr/>
    </dgm:pt>
    <dgm:pt modelId="{73C70216-0F2F-4F03-B654-9CF90C5DEBF1}" type="pres">
      <dgm:prSet presAssocID="{F1A57B6E-7A39-4EEF-BE79-AE9F36C134F1}" presName="sibTrans" presStyleLbl="sibTrans2D1" presStyleIdx="2" presStyleCnt="3"/>
      <dgm:spPr/>
    </dgm:pt>
    <dgm:pt modelId="{A8A8994D-F864-49F0-A284-955956E48ACF}" type="pres">
      <dgm:prSet presAssocID="{F1A57B6E-7A39-4EEF-BE79-AE9F36C134F1}" presName="connectorText" presStyleLbl="sibTrans2D1" presStyleIdx="2" presStyleCnt="3"/>
      <dgm:spPr/>
    </dgm:pt>
    <dgm:pt modelId="{0F61AB5C-76DA-4EC3-9734-F786D670A937}" type="pres">
      <dgm:prSet presAssocID="{6BB6ED91-2A9C-478E-9DA4-AD833C2601AD}" presName="node" presStyleLbl="node1" presStyleIdx="3" presStyleCnt="4">
        <dgm:presLayoutVars>
          <dgm:bulletEnabled val="1"/>
        </dgm:presLayoutVars>
      </dgm:prSet>
      <dgm:spPr/>
    </dgm:pt>
  </dgm:ptLst>
  <dgm:cxnLst>
    <dgm:cxn modelId="{C0A01703-9E46-40DE-BF67-51E76304D313}" type="presOf" srcId="{CB8C4741-3FF8-467C-8625-69AEE2B71B0B}" destId="{72DAB3C5-10EF-4FF4-8C24-6903B331BE11}" srcOrd="0" destOrd="0" presId="urn:microsoft.com/office/officeart/2005/8/layout/process1"/>
    <dgm:cxn modelId="{BE9FBA04-D5A9-48A0-BA19-2685770FD060}" type="presOf" srcId="{6BB6ED91-2A9C-478E-9DA4-AD833C2601AD}" destId="{0F61AB5C-76DA-4EC3-9734-F786D670A937}" srcOrd="0" destOrd="0" presId="urn:microsoft.com/office/officeart/2005/8/layout/process1"/>
    <dgm:cxn modelId="{DF245640-DC20-48B6-9DE6-A27414DBFC79}" type="presOf" srcId="{CB8C4741-3FF8-467C-8625-69AEE2B71B0B}" destId="{5D2FB532-81BB-4B26-9F2F-A7A27AC5CF07}" srcOrd="1" destOrd="0" presId="urn:microsoft.com/office/officeart/2005/8/layout/process1"/>
    <dgm:cxn modelId="{7D5F214A-C1B1-4DD4-B873-EDA934462373}" type="presOf" srcId="{7A915A93-8CC6-4AB7-9A84-DB11987BF0BC}" destId="{A7481926-C50D-4407-9D52-DDBED048234C}" srcOrd="0" destOrd="0" presId="urn:microsoft.com/office/officeart/2005/8/layout/process1"/>
    <dgm:cxn modelId="{B9C24E6E-2489-457C-9477-CA18C501B5FA}" type="presOf" srcId="{D609A11C-0092-4F35-AD66-6C3578302DC0}" destId="{F05C37C0-146B-40BF-99FC-48682800AB5C}" srcOrd="0" destOrd="0" presId="urn:microsoft.com/office/officeart/2005/8/layout/process1"/>
    <dgm:cxn modelId="{43641F70-DA65-4CB4-B0A8-D2003BEC86C4}" srcId="{CFC27A59-6A29-4794-A440-04804798BA2D}" destId="{E72684E7-06E0-439B-8BF1-C777B971E2A0}" srcOrd="1" destOrd="0" parTransId="{401D5F28-52E9-4803-9F71-C787663E0CE6}" sibTransId="{CB8C4741-3FF8-467C-8625-69AEE2B71B0B}"/>
    <dgm:cxn modelId="{BF9F6579-D239-4D7E-9836-B019396A4A65}" type="presOf" srcId="{01D4B98B-E43F-4D14-8B18-1A8CE7142041}" destId="{247F5705-4B67-494D-BF10-A1A465308639}" srcOrd="1" destOrd="0" presId="urn:microsoft.com/office/officeart/2005/8/layout/process1"/>
    <dgm:cxn modelId="{27E39979-CB09-4FC2-A523-411EDA666741}" srcId="{CFC27A59-6A29-4794-A440-04804798BA2D}" destId="{7A915A93-8CC6-4AB7-9A84-DB11987BF0BC}" srcOrd="0" destOrd="0" parTransId="{10B1B60E-C4B1-4334-B74E-66695FAB0C74}" sibTransId="{01D4B98B-E43F-4D14-8B18-1A8CE7142041}"/>
    <dgm:cxn modelId="{9B11147E-6918-4D21-85B6-853D2F25412A}" srcId="{CFC27A59-6A29-4794-A440-04804798BA2D}" destId="{D609A11C-0092-4F35-AD66-6C3578302DC0}" srcOrd="2" destOrd="0" parTransId="{35FD3690-DFEE-449E-9AF8-C9392FA4F634}" sibTransId="{F1A57B6E-7A39-4EEF-BE79-AE9F36C134F1}"/>
    <dgm:cxn modelId="{DD654D93-9CC1-4354-A847-9FE7723E35B9}" type="presOf" srcId="{01D4B98B-E43F-4D14-8B18-1A8CE7142041}" destId="{8EE04CD1-2796-4ED0-A196-1F01B4C75CB5}" srcOrd="0" destOrd="0" presId="urn:microsoft.com/office/officeart/2005/8/layout/process1"/>
    <dgm:cxn modelId="{4D16D0BC-D9B3-4CFC-B77A-4A95583E99AF}" type="presOf" srcId="{CFC27A59-6A29-4794-A440-04804798BA2D}" destId="{F307942F-77FF-4CF6-9A0B-9A24B3ECF287}" srcOrd="0" destOrd="0" presId="urn:microsoft.com/office/officeart/2005/8/layout/process1"/>
    <dgm:cxn modelId="{0E46DDD3-068F-43E6-8D10-235FD76B6BC2}" srcId="{CFC27A59-6A29-4794-A440-04804798BA2D}" destId="{6BB6ED91-2A9C-478E-9DA4-AD833C2601AD}" srcOrd="3" destOrd="0" parTransId="{AE6DBB13-BABF-423C-9D37-D851AC0E824A}" sibTransId="{103F0FCE-B93C-4CDE-A501-8DC8789E0194}"/>
    <dgm:cxn modelId="{9B3D59DA-E81B-4BA0-9ED3-B8CC019C3D9B}" type="presOf" srcId="{F1A57B6E-7A39-4EEF-BE79-AE9F36C134F1}" destId="{73C70216-0F2F-4F03-B654-9CF90C5DEBF1}" srcOrd="0" destOrd="0" presId="urn:microsoft.com/office/officeart/2005/8/layout/process1"/>
    <dgm:cxn modelId="{9A4AEFDF-3AFB-4967-9964-8C3F91DDB5E6}" type="presOf" srcId="{F1A57B6E-7A39-4EEF-BE79-AE9F36C134F1}" destId="{A8A8994D-F864-49F0-A284-955956E48ACF}" srcOrd="1" destOrd="0" presId="urn:microsoft.com/office/officeart/2005/8/layout/process1"/>
    <dgm:cxn modelId="{86404BEC-0787-494F-AFD3-53E406410788}" type="presOf" srcId="{E72684E7-06E0-439B-8BF1-C777B971E2A0}" destId="{F566A858-67EF-40F9-B758-CDB0C894048E}" srcOrd="0" destOrd="0" presId="urn:microsoft.com/office/officeart/2005/8/layout/process1"/>
    <dgm:cxn modelId="{B9635CDD-76F9-4748-AB8F-CD32BC5653DA}" type="presParOf" srcId="{F307942F-77FF-4CF6-9A0B-9A24B3ECF287}" destId="{A7481926-C50D-4407-9D52-DDBED048234C}" srcOrd="0" destOrd="0" presId="urn:microsoft.com/office/officeart/2005/8/layout/process1"/>
    <dgm:cxn modelId="{311600AE-1CB4-4024-AC23-B53A74F53C3F}" type="presParOf" srcId="{F307942F-77FF-4CF6-9A0B-9A24B3ECF287}" destId="{8EE04CD1-2796-4ED0-A196-1F01B4C75CB5}" srcOrd="1" destOrd="0" presId="urn:microsoft.com/office/officeart/2005/8/layout/process1"/>
    <dgm:cxn modelId="{E7F724EA-88EE-4661-9507-FF11D307CF87}" type="presParOf" srcId="{8EE04CD1-2796-4ED0-A196-1F01B4C75CB5}" destId="{247F5705-4B67-494D-BF10-A1A465308639}" srcOrd="0" destOrd="0" presId="urn:microsoft.com/office/officeart/2005/8/layout/process1"/>
    <dgm:cxn modelId="{6C408324-00F6-4BC5-AEA1-8DE8E702F4EE}" type="presParOf" srcId="{F307942F-77FF-4CF6-9A0B-9A24B3ECF287}" destId="{F566A858-67EF-40F9-B758-CDB0C894048E}" srcOrd="2" destOrd="0" presId="urn:microsoft.com/office/officeart/2005/8/layout/process1"/>
    <dgm:cxn modelId="{305686E9-5D7C-4DDA-BC22-4A8B5182321D}" type="presParOf" srcId="{F307942F-77FF-4CF6-9A0B-9A24B3ECF287}" destId="{72DAB3C5-10EF-4FF4-8C24-6903B331BE11}" srcOrd="3" destOrd="0" presId="urn:microsoft.com/office/officeart/2005/8/layout/process1"/>
    <dgm:cxn modelId="{A5CC6A41-75C5-44A3-8760-CFA3850A63FE}" type="presParOf" srcId="{72DAB3C5-10EF-4FF4-8C24-6903B331BE11}" destId="{5D2FB532-81BB-4B26-9F2F-A7A27AC5CF07}" srcOrd="0" destOrd="0" presId="urn:microsoft.com/office/officeart/2005/8/layout/process1"/>
    <dgm:cxn modelId="{60CB8CA8-C1C9-431E-943E-FED3A8B53D48}" type="presParOf" srcId="{F307942F-77FF-4CF6-9A0B-9A24B3ECF287}" destId="{F05C37C0-146B-40BF-99FC-48682800AB5C}" srcOrd="4" destOrd="0" presId="urn:microsoft.com/office/officeart/2005/8/layout/process1"/>
    <dgm:cxn modelId="{9D46ACE9-6204-4B48-AEB6-9158E2BE5EBD}" type="presParOf" srcId="{F307942F-77FF-4CF6-9A0B-9A24B3ECF287}" destId="{73C70216-0F2F-4F03-B654-9CF90C5DEBF1}" srcOrd="5" destOrd="0" presId="urn:microsoft.com/office/officeart/2005/8/layout/process1"/>
    <dgm:cxn modelId="{BDD66769-4213-45C6-8234-F299C868CC6F}" type="presParOf" srcId="{73C70216-0F2F-4F03-B654-9CF90C5DEBF1}" destId="{A8A8994D-F864-49F0-A284-955956E48ACF}" srcOrd="0" destOrd="0" presId="urn:microsoft.com/office/officeart/2005/8/layout/process1"/>
    <dgm:cxn modelId="{F0C5BD88-6131-447D-84BC-D1BDB772FD43}" type="presParOf" srcId="{F307942F-77FF-4CF6-9A0B-9A24B3ECF287}" destId="{0F61AB5C-76DA-4EC3-9734-F786D670A937}"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3d2" qsCatId="3D" csTypeId="urn:microsoft.com/office/officeart/2005/8/colors/accent5_1" csCatId="accent5" phldr="1"/>
      <dgm:spPr/>
      <dgm:t>
        <a:bodyPr/>
        <a:lstStyle/>
        <a:p>
          <a:endParaRPr lang="en-US"/>
        </a:p>
      </dgm:t>
    </dgm:pt>
    <dgm:pt modelId="{A8C03FBB-4A75-4460-AEA6-DEAEB9C61496}">
      <dgm:prSet phldrT="[Text]" phldr="0" custT="1"/>
      <dgm:spPr/>
      <dgm:t>
        <a:bodyPr/>
        <a:lstStyle/>
        <a:p>
          <a:pPr>
            <a:defRPr b="1"/>
          </a:pPr>
          <a:r>
            <a:rPr lang="en-US" sz="1800" dirty="0">
              <a:latin typeface="+mn-lt"/>
            </a:rPr>
            <a:t>Page1</a:t>
          </a:r>
        </a:p>
      </dgm:t>
    </dgm:pt>
    <dgm:pt modelId="{4E972F7F-4B1B-47AA-A25B-1FFC561F1C76}" type="parTrans" cxnId="{D3D81948-D963-4D1E-AE16-9705EAF510FC}">
      <dgm:prSet/>
      <dgm:spPr/>
      <dgm:t>
        <a:bodyPr/>
        <a:lstStyle/>
        <a:p>
          <a:endParaRPr lang="en-US" sz="1800">
            <a:latin typeface="+mn-lt"/>
          </a:endParaRPr>
        </a:p>
      </dgm:t>
    </dgm:pt>
    <dgm:pt modelId="{67361508-930A-4A23-8CFC-BB56DA645C3C}" type="sibTrans" cxnId="{D3D81948-D963-4D1E-AE16-9705EAF510FC}">
      <dgm:prSet/>
      <dgm:spPr/>
      <dgm:t>
        <a:bodyPr/>
        <a:lstStyle/>
        <a:p>
          <a:endParaRPr lang="en-US" sz="1800">
            <a:latin typeface="+mn-lt"/>
          </a:endParaRPr>
        </a:p>
      </dgm:t>
    </dgm:pt>
    <dgm:pt modelId="{5E71F362-34DF-4EEC-92A3-0EFE450E05E4}">
      <dgm:prSet phldrT="[Text]" phldr="0" custT="1"/>
      <dgm:spPr/>
      <dgm:t>
        <a:bodyPr/>
        <a:lstStyle/>
        <a:p>
          <a:r>
            <a:rPr lang="en-US" sz="1800" dirty="0">
              <a:latin typeface="+mn-lt"/>
            </a:rPr>
            <a:t>Home</a:t>
          </a:r>
        </a:p>
      </dgm:t>
    </dgm:pt>
    <dgm:pt modelId="{8E5EE4D1-908E-455C-B8B3-281AD42DEC9A}" type="parTrans" cxnId="{B99CA6C9-28D1-4DDB-B8EC-AED73AD115CA}">
      <dgm:prSet/>
      <dgm:spPr/>
      <dgm:t>
        <a:bodyPr/>
        <a:lstStyle/>
        <a:p>
          <a:endParaRPr lang="en-US" sz="1800">
            <a:latin typeface="+mn-lt"/>
          </a:endParaRPr>
        </a:p>
      </dgm:t>
    </dgm:pt>
    <dgm:pt modelId="{B208B24A-E9FD-40A9-B764-FB7C2B7ED8B9}" type="sibTrans" cxnId="{B99CA6C9-28D1-4DDB-B8EC-AED73AD115CA}">
      <dgm:prSet/>
      <dgm:spPr/>
      <dgm:t>
        <a:bodyPr/>
        <a:lstStyle/>
        <a:p>
          <a:endParaRPr lang="en-US" sz="1800">
            <a:latin typeface="+mn-lt"/>
          </a:endParaRPr>
        </a:p>
      </dgm:t>
    </dgm:pt>
    <dgm:pt modelId="{91969DED-4CB8-4A14-A50B-3F7B848E46B5}">
      <dgm:prSet phldrT="[Text]" phldr="0" custT="1"/>
      <dgm:spPr/>
      <dgm:t>
        <a:bodyPr/>
        <a:lstStyle/>
        <a:p>
          <a:pPr>
            <a:defRPr b="1"/>
          </a:pPr>
          <a:r>
            <a:rPr lang="en-US" sz="1800" dirty="0">
              <a:latin typeface="+mn-lt"/>
            </a:rPr>
            <a:t>Page2</a:t>
          </a:r>
        </a:p>
      </dgm:t>
    </dgm:pt>
    <dgm:pt modelId="{441CD73D-85E1-42A6-BCF8-362A3247E2F3}" type="parTrans" cxnId="{537F2ED0-8BD0-4AD5-B60D-89B660EDA1AC}">
      <dgm:prSet/>
      <dgm:spPr/>
      <dgm:t>
        <a:bodyPr/>
        <a:lstStyle/>
        <a:p>
          <a:endParaRPr lang="en-US" sz="1800">
            <a:latin typeface="+mn-lt"/>
          </a:endParaRPr>
        </a:p>
      </dgm:t>
    </dgm:pt>
    <dgm:pt modelId="{81CA8AA2-C0C3-4381-BA8B-413EDD578B83}" type="sibTrans" cxnId="{537F2ED0-8BD0-4AD5-B60D-89B660EDA1AC}">
      <dgm:prSet/>
      <dgm:spPr/>
      <dgm:t>
        <a:bodyPr/>
        <a:lstStyle/>
        <a:p>
          <a:endParaRPr lang="en-US" sz="1800">
            <a:latin typeface="+mn-lt"/>
          </a:endParaRPr>
        </a:p>
      </dgm:t>
    </dgm:pt>
    <dgm:pt modelId="{8A04F340-E8E1-4146-9905-E7ADCAEAABD7}">
      <dgm:prSet phldrT="[Text]" phldr="0" custT="1"/>
      <dgm:spPr/>
      <dgm:t>
        <a:bodyPr/>
        <a:lstStyle/>
        <a:p>
          <a:r>
            <a:rPr lang="en-US" sz="1800" dirty="0">
              <a:latin typeface="+mn-lt"/>
            </a:rPr>
            <a:t>Live matches</a:t>
          </a:r>
        </a:p>
      </dgm:t>
    </dgm:pt>
    <dgm:pt modelId="{4EBD5EC2-45ED-4ED6-8376-97D155A911AE}" type="parTrans" cxnId="{E636BFFB-0404-4D4B-B3F0-C64FDFD9DDEF}">
      <dgm:prSet/>
      <dgm:spPr/>
      <dgm:t>
        <a:bodyPr/>
        <a:lstStyle/>
        <a:p>
          <a:endParaRPr lang="en-US" sz="1800">
            <a:latin typeface="+mn-lt"/>
          </a:endParaRPr>
        </a:p>
      </dgm:t>
    </dgm:pt>
    <dgm:pt modelId="{F9CD2A04-6A34-4104-A971-391788B88F55}" type="sibTrans" cxnId="{E636BFFB-0404-4D4B-B3F0-C64FDFD9DDEF}">
      <dgm:prSet/>
      <dgm:spPr/>
      <dgm:t>
        <a:bodyPr/>
        <a:lstStyle/>
        <a:p>
          <a:endParaRPr lang="en-US" sz="1800">
            <a:latin typeface="+mn-lt"/>
          </a:endParaRPr>
        </a:p>
      </dgm:t>
    </dgm:pt>
    <dgm:pt modelId="{3CC73758-10C1-47F8-AFA7-1A986D4DDD60}">
      <dgm:prSet phldrT="[Text]" phldr="0" custT="1"/>
      <dgm:spPr/>
      <dgm:t>
        <a:bodyPr/>
        <a:lstStyle/>
        <a:p>
          <a:pPr>
            <a:defRPr b="1"/>
          </a:pPr>
          <a:r>
            <a:rPr lang="en-US" sz="1800" dirty="0">
              <a:latin typeface="+mn-lt"/>
            </a:rPr>
            <a:t>Page3</a:t>
          </a:r>
        </a:p>
      </dgm:t>
    </dgm:pt>
    <dgm:pt modelId="{FF6AE4B6-4A2F-49EE-9316-9AF55E77838B}" type="parTrans" cxnId="{4A69F85D-5C15-48FD-893A-B3050E1BADEB}">
      <dgm:prSet/>
      <dgm:spPr/>
      <dgm:t>
        <a:bodyPr/>
        <a:lstStyle/>
        <a:p>
          <a:endParaRPr lang="en-US" sz="1800">
            <a:latin typeface="+mn-lt"/>
          </a:endParaRPr>
        </a:p>
      </dgm:t>
    </dgm:pt>
    <dgm:pt modelId="{D8170BBA-6035-4773-8431-FEDD687647FF}" type="sibTrans" cxnId="{4A69F85D-5C15-48FD-893A-B3050E1BADEB}">
      <dgm:prSet/>
      <dgm:spPr/>
      <dgm:t>
        <a:bodyPr/>
        <a:lstStyle/>
        <a:p>
          <a:endParaRPr lang="en-US" sz="1800">
            <a:latin typeface="+mn-lt"/>
          </a:endParaRPr>
        </a:p>
      </dgm:t>
    </dgm:pt>
    <dgm:pt modelId="{FD9CA14A-483C-4869-B0C1-7C5FB7EEDBCC}">
      <dgm:prSet phldrT="[Text]" phldr="0" custT="1"/>
      <dgm:spPr/>
      <dgm:t>
        <a:bodyPr/>
        <a:lstStyle/>
        <a:p>
          <a:r>
            <a:rPr lang="en-US" sz="1800" dirty="0">
              <a:latin typeface="+mn-lt"/>
            </a:rPr>
            <a:t> Player stats</a:t>
          </a:r>
        </a:p>
      </dgm:t>
    </dgm:pt>
    <dgm:pt modelId="{8182A92F-45BA-4CD1-8E43-0B0810A50FEB}" type="parTrans" cxnId="{5EDA943F-300F-408A-A52E-3D5140FD5C22}">
      <dgm:prSet/>
      <dgm:spPr/>
      <dgm:t>
        <a:bodyPr/>
        <a:lstStyle/>
        <a:p>
          <a:endParaRPr lang="en-US" sz="1800">
            <a:latin typeface="+mn-lt"/>
          </a:endParaRPr>
        </a:p>
      </dgm:t>
    </dgm:pt>
    <dgm:pt modelId="{914BB93C-EA8A-4B5B-8F06-30DA7C7F4B7B}" type="sibTrans" cxnId="{5EDA943F-300F-408A-A52E-3D5140FD5C22}">
      <dgm:prSet/>
      <dgm:spPr/>
      <dgm:t>
        <a:bodyPr/>
        <a:lstStyle/>
        <a:p>
          <a:endParaRPr lang="en-US" sz="1800">
            <a:latin typeface="+mn-lt"/>
          </a:endParaRPr>
        </a:p>
      </dgm:t>
    </dgm:pt>
    <dgm:pt modelId="{D2FE027B-4161-41E1-B4D4-02AECB2E3FA0}">
      <dgm:prSet phldrT="[Text]" phldr="0" custT="1"/>
      <dgm:spPr/>
      <dgm:t>
        <a:bodyPr/>
        <a:lstStyle/>
        <a:p>
          <a:pPr>
            <a:defRPr b="1"/>
          </a:pPr>
          <a:r>
            <a:rPr lang="en-US" sz="1800" dirty="0">
              <a:latin typeface="+mn-lt"/>
            </a:rPr>
            <a:t>Page4</a:t>
          </a:r>
        </a:p>
      </dgm:t>
    </dgm:pt>
    <dgm:pt modelId="{88680CFE-3CE0-4842-B3D3-716D3B671238}" type="parTrans" cxnId="{4F4F82A2-02F1-492B-96C1-46C070BEFCE3}">
      <dgm:prSet/>
      <dgm:spPr/>
      <dgm:t>
        <a:bodyPr/>
        <a:lstStyle/>
        <a:p>
          <a:endParaRPr lang="en-US" sz="1800">
            <a:latin typeface="+mn-lt"/>
          </a:endParaRPr>
        </a:p>
      </dgm:t>
    </dgm:pt>
    <dgm:pt modelId="{4D59E06B-629C-40B5-96D3-423B7A56C945}" type="sibTrans" cxnId="{4F4F82A2-02F1-492B-96C1-46C070BEFCE3}">
      <dgm:prSet/>
      <dgm:spPr/>
      <dgm:t>
        <a:bodyPr/>
        <a:lstStyle/>
        <a:p>
          <a:endParaRPr lang="en-US" sz="1800">
            <a:latin typeface="+mn-lt"/>
          </a:endParaRPr>
        </a:p>
      </dgm:t>
    </dgm:pt>
    <dgm:pt modelId="{2BE415B7-7185-4956-8487-237B40BC0EE5}">
      <dgm:prSet phldrT="[Text]" phldr="0" custT="1"/>
      <dgm:spPr/>
      <dgm:t>
        <a:bodyPr/>
        <a:lstStyle/>
        <a:p>
          <a:r>
            <a:rPr lang="en-US" sz="1800" dirty="0">
              <a:latin typeface="+mn-lt"/>
            </a:rPr>
            <a:t>SQL analytics</a:t>
          </a:r>
        </a:p>
      </dgm:t>
    </dgm:pt>
    <dgm:pt modelId="{A38E847E-0D1D-4F40-9A71-4D5999ADE08B}" type="parTrans" cxnId="{CB32A309-9CA9-4554-941D-519A91A9E733}">
      <dgm:prSet/>
      <dgm:spPr/>
      <dgm:t>
        <a:bodyPr/>
        <a:lstStyle/>
        <a:p>
          <a:endParaRPr lang="en-US" sz="1800">
            <a:latin typeface="+mn-lt"/>
          </a:endParaRPr>
        </a:p>
      </dgm:t>
    </dgm:pt>
    <dgm:pt modelId="{F0D1C61C-E3F2-49BA-A2D8-C04A81308E5D}" type="sibTrans" cxnId="{CB32A309-9CA9-4554-941D-519A91A9E733}">
      <dgm:prSet/>
      <dgm:spPr/>
      <dgm:t>
        <a:bodyPr/>
        <a:lstStyle/>
        <a:p>
          <a:endParaRPr lang="en-US" sz="1800">
            <a:latin typeface="+mn-lt"/>
          </a:endParaRPr>
        </a:p>
      </dgm:t>
    </dgm:pt>
    <dgm:pt modelId="{0A32E253-02AF-4161-9A96-680764EBF903}">
      <dgm:prSet phldr="0"/>
      <dgm:spPr/>
      <dgm:t>
        <a:bodyPr/>
        <a:lstStyle/>
        <a:p>
          <a:pPr>
            <a:defRPr b="1"/>
          </a:pPr>
          <a:r>
            <a:rPr lang="en-US" sz="1100" b="0" dirty="0">
              <a:latin typeface="Calibri"/>
              <a:ea typeface="Calibri"/>
              <a:cs typeface="Calibri"/>
            </a:rPr>
            <a:t>Page5</a:t>
          </a:r>
        </a:p>
      </dgm:t>
    </dgm:pt>
    <dgm:pt modelId="{B268BD22-0302-40F5-BBA9-A8ECEAEF4FFD}" type="parTrans" cxnId="{667E949F-8C64-4F85-A468-D63DC397F098}">
      <dgm:prSet/>
      <dgm:spPr/>
    </dgm:pt>
    <dgm:pt modelId="{6571B78B-E192-4C1A-9280-B2325A3940DE}" type="sibTrans" cxnId="{667E949F-8C64-4F85-A468-D63DC397F098}">
      <dgm:prSet/>
      <dgm:spPr/>
    </dgm:pt>
    <dgm:pt modelId="{D0BD74F4-0ABB-4EE7-B37D-C03EB469707F}">
      <dgm:prSet phldr="0" custT="1"/>
      <dgm:spPr/>
      <dgm:t>
        <a:bodyPr/>
        <a:lstStyle/>
        <a:p>
          <a:r>
            <a:rPr lang="en-US" sz="1800" dirty="0">
              <a:latin typeface="Calibri"/>
              <a:ea typeface="Calibri"/>
              <a:cs typeface="Calibri"/>
            </a:rPr>
            <a:t> CRUD </a:t>
          </a:r>
          <a:endParaRPr lang="en-US" sz="1800" b="0" dirty="0">
            <a:latin typeface="Calibri"/>
            <a:ea typeface="Calibri"/>
            <a:cs typeface="Calibri"/>
          </a:endParaRPr>
        </a:p>
      </dgm:t>
    </dgm:pt>
    <dgm:pt modelId="{3EE6A9A7-E1C1-4CED-900F-5AE4E58D8C40}" type="parTrans" cxnId="{7ED727A4-F6D8-4C12-851D-EE464B63EB02}">
      <dgm:prSet/>
      <dgm:spPr/>
    </dgm:pt>
    <dgm:pt modelId="{45612B05-7F51-4077-9780-4DE891FBD809}" type="sibTrans" cxnId="{7ED727A4-F6D8-4C12-851D-EE464B63EB02}">
      <dgm:prSet/>
      <dgm:spPr/>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lt1">
            <a:alpha val="90000"/>
            <a:tint val="40000"/>
            <a:hueOff val="0"/>
            <a:satOff val="0"/>
            <a:lumOff val="0"/>
            <a:alphaOff val="0"/>
          </a:schemeClr>
        </a:solidFill>
        <a:ln w="9525" cap="flat" cmpd="sng" algn="ctr">
          <a:solidFill>
            <a:schemeClr val="accent5">
              <a:alpha val="90000"/>
              <a:hueOff val="0"/>
              <a:satOff val="0"/>
              <a:lumOff val="0"/>
              <a:alphaOff val="0"/>
            </a:schemeClr>
          </a:solidFill>
          <a:prstDash val="solid"/>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5">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5"/>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5"/>
      <dgm:spPr>
        <a:noFill/>
        <a:ln w="9525" cap="flat" cmpd="sng" algn="ctr">
          <a:solidFill>
            <a:schemeClr val="accent5">
              <a:hueOff val="0"/>
              <a:satOff val="0"/>
              <a:lumOff val="0"/>
              <a:alphaOff val="0"/>
            </a:schemeClr>
          </a:solidFill>
          <a:prstDash val="dash"/>
        </a:ln>
        <a:effectLst/>
      </dgm:spPr>
    </dgm:pt>
    <dgm:pt modelId="{FA19A0AA-8B0B-4AA8-A80D-08CFFDD3F112}" type="pres">
      <dgm:prSet presAssocID="{A8C03FBB-4A75-4460-AEA6-DEAEB9C61496}" presName="ConnectorPoint" presStyleLbl="alignNode1" presStyleIdx="0" presStyleCnt="5"/>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5">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5"/>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5"/>
      <dgm:spPr>
        <a:noFill/>
        <a:ln w="9525" cap="flat" cmpd="sng" algn="ctr">
          <a:solidFill>
            <a:schemeClr val="accent5">
              <a:hueOff val="0"/>
              <a:satOff val="0"/>
              <a:lumOff val="0"/>
              <a:alphaOff val="0"/>
            </a:schemeClr>
          </a:solidFill>
          <a:prstDash val="dash"/>
        </a:ln>
        <a:effectLst/>
      </dgm:spPr>
    </dgm:pt>
    <dgm:pt modelId="{0F979253-FD39-4920-BFCA-78C564B167EA}" type="pres">
      <dgm:prSet presAssocID="{91969DED-4CB8-4A14-A50B-3F7B848E46B5}" presName="ConnectorPoint" presStyleLbl="alignNode1" presStyleIdx="1" presStyleCnt="5"/>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5">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5"/>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5"/>
      <dgm:spPr>
        <a:noFill/>
        <a:ln w="9525" cap="flat" cmpd="sng" algn="ctr">
          <a:solidFill>
            <a:schemeClr val="accent5">
              <a:hueOff val="0"/>
              <a:satOff val="0"/>
              <a:lumOff val="0"/>
              <a:alphaOff val="0"/>
            </a:schemeClr>
          </a:solidFill>
          <a:prstDash val="dash"/>
        </a:ln>
        <a:effectLst/>
      </dgm:spPr>
    </dgm:pt>
    <dgm:pt modelId="{B6459BF8-D2C3-4018-9C28-98667DC203F4}" type="pres">
      <dgm:prSet presAssocID="{3CC73758-10C1-47F8-AFA7-1A986D4DDD60}" presName="ConnectorPoint" presStyleLbl="alignNode1" presStyleIdx="2" presStyleCnt="5"/>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5">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5"/>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5"/>
      <dgm:spPr>
        <a:noFill/>
        <a:ln w="9525" cap="flat" cmpd="sng" algn="ctr">
          <a:solidFill>
            <a:schemeClr val="accent5">
              <a:hueOff val="0"/>
              <a:satOff val="0"/>
              <a:lumOff val="0"/>
              <a:alphaOff val="0"/>
            </a:schemeClr>
          </a:solidFill>
          <a:prstDash val="dash"/>
        </a:ln>
        <a:effectLst/>
      </dgm:spPr>
    </dgm:pt>
    <dgm:pt modelId="{3F359E8B-7C7E-4FD9-B106-36CCBFC731D5}" type="pres">
      <dgm:prSet presAssocID="{D2FE027B-4161-41E1-B4D4-02AECB2E3FA0}" presName="ConnectorPoint" presStyleLbl="alignNode1" presStyleIdx="3" presStyleCnt="5"/>
      <dgm:spPr/>
    </dgm:pt>
    <dgm:pt modelId="{34434334-A935-4057-946F-93B826088F38}" type="pres">
      <dgm:prSet presAssocID="{D2FE027B-4161-41E1-B4D4-02AECB2E3FA0}" presName="EmptyPlaceHolder" presStyleCnt="0"/>
      <dgm:spPr/>
    </dgm:pt>
    <dgm:pt modelId="{7154B508-EDF0-4E33-975C-BFE48AD9FEB3}" type="pres">
      <dgm:prSet presAssocID="{4D59E06B-629C-40B5-96D3-423B7A56C945}" presName="spaceBetweenRectangles" presStyleCnt="0"/>
      <dgm:spPr/>
    </dgm:pt>
    <dgm:pt modelId="{B3A62A60-8DD3-452B-B08E-4EF3F65BA618}" type="pres">
      <dgm:prSet presAssocID="{0A32E253-02AF-4161-9A96-680764EBF903}" presName="composite" presStyleCnt="0"/>
      <dgm:spPr/>
    </dgm:pt>
    <dgm:pt modelId="{17A303F1-D5B2-4417-96F9-1C0C0207CE48}" type="pres">
      <dgm:prSet presAssocID="{0A32E253-02AF-4161-9A96-680764EBF903}" presName="L1TextContainer" presStyleLbl="revTx" presStyleIdx="4" presStyleCnt="5">
        <dgm:presLayoutVars>
          <dgm:chMax val="1"/>
          <dgm:chPref val="1"/>
          <dgm:bulletEnabled val="1"/>
        </dgm:presLayoutVars>
      </dgm:prSet>
      <dgm:spPr/>
    </dgm:pt>
    <dgm:pt modelId="{92D19AAC-2006-4A79-9640-3A1BD3A71951}" type="pres">
      <dgm:prSet presAssocID="{0A32E253-02AF-4161-9A96-680764EBF903}" presName="L2TextContainerWrapper" presStyleCnt="0">
        <dgm:presLayoutVars>
          <dgm:chMax val="0"/>
          <dgm:chPref val="0"/>
          <dgm:bulletEnabled val="1"/>
        </dgm:presLayoutVars>
      </dgm:prSet>
      <dgm:spPr/>
    </dgm:pt>
    <dgm:pt modelId="{3A15D26D-C0F3-4140-94D0-A96024E963B0}" type="pres">
      <dgm:prSet presAssocID="{0A32E253-02AF-4161-9A96-680764EBF903}" presName="L2TextContainer" presStyleLbl="bgAcc1" presStyleIdx="4" presStyleCnt="5"/>
      <dgm:spPr/>
    </dgm:pt>
    <dgm:pt modelId="{55C1A9F1-1A39-46C3-AE1D-A4DC2F3AD75E}" type="pres">
      <dgm:prSet presAssocID="{0A32E253-02AF-4161-9A96-680764EBF903}" presName="FlexibleEmptyPlaceHolder" presStyleCnt="0"/>
      <dgm:spPr/>
    </dgm:pt>
    <dgm:pt modelId="{33A08DD8-CD3C-46DA-A10C-53123C3FEDFF}" type="pres">
      <dgm:prSet presAssocID="{0A32E253-02AF-4161-9A96-680764EBF903}" presName="ConnectLine" presStyleLbl="sibTrans1D1" presStyleIdx="4" presStyleCnt="5"/>
      <dgm:spPr>
        <a:noFill/>
        <a:ln w="9525" cap="flat" cmpd="sng" algn="ctr">
          <a:solidFill>
            <a:schemeClr val="accent5">
              <a:hueOff val="0"/>
              <a:satOff val="0"/>
              <a:lumOff val="0"/>
              <a:alphaOff val="0"/>
            </a:schemeClr>
          </a:solidFill>
          <a:prstDash val="dash"/>
        </a:ln>
        <a:effectLst/>
      </dgm:spPr>
    </dgm:pt>
    <dgm:pt modelId="{B91A8A26-AC5A-4098-BB57-06CE727FCAB7}" type="pres">
      <dgm:prSet presAssocID="{0A32E253-02AF-4161-9A96-680764EBF903}" presName="ConnectorPoint" presStyleLbl="alignNode1" presStyleIdx="4" presStyleCnt="5"/>
      <dgm:spPr/>
    </dgm:pt>
    <dgm:pt modelId="{BE3068E9-834F-48C4-ACB4-4E968E377BCB}" type="pres">
      <dgm:prSet presAssocID="{0A32E253-02AF-4161-9A96-680764EBF903}" presName="EmptyPlaceHolder" presStyleCnt="0"/>
      <dgm:spPr/>
    </dgm:pt>
  </dgm:ptLst>
  <dgm:cxnLst>
    <dgm:cxn modelId="{4B968B06-E9A4-4FD3-94DA-86B831ED4FE1}" type="presOf" srcId="{2BE415B7-7185-4956-8487-237B40BC0EE5}" destId="{6C3A59BD-6D45-4573-B098-8CB5207F194D}" srcOrd="0" destOrd="0" presId="urn:microsoft.com/office/officeart/2016/7/layout/BasicTimeline"/>
    <dgm:cxn modelId="{CB32A309-9CA9-4554-941D-519A91A9E733}" srcId="{D2FE027B-4161-41E1-B4D4-02AECB2E3FA0}" destId="{2BE415B7-7185-4956-8487-237B40BC0EE5}" srcOrd="0" destOrd="0" parTransId="{A38E847E-0D1D-4F40-9A71-4D5999ADE08B}" sibTransId="{F0D1C61C-E3F2-49BA-A2D8-C04A81308E5D}"/>
    <dgm:cxn modelId="{0736AA0B-00E0-4AFE-8186-3D8C2CA2FC28}" type="presOf" srcId="{8A04F340-E8E1-4146-9905-E7ADCAEAABD7}" destId="{DADAA0C9-3E42-4088-8622-30E9F6EA139A}"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DAC5CA40-9F67-481C-BEDB-8018EE85C996}" type="presOf" srcId="{D0BD74F4-0ABB-4EE7-B37D-C03EB469707F}" destId="{3A15D26D-C0F3-4140-94D0-A96024E963B0}" srcOrd="0" destOrd="0" presId="urn:microsoft.com/office/officeart/2016/7/layout/BasicTimeline"/>
    <dgm:cxn modelId="{4A69F85D-5C15-48FD-893A-B3050E1BADEB}" srcId="{A66480AC-C0DE-4E5E-9ECD-9AE37E3FCB79}" destId="{3CC73758-10C1-47F8-AFA7-1A986D4DDD60}" srcOrd="2" destOrd="0" parTransId="{FF6AE4B6-4A2F-49EE-9316-9AF55E77838B}" sibTransId="{D8170BBA-6035-4773-8431-FEDD687647FF}"/>
    <dgm:cxn modelId="{6F27FB5D-578E-4A2C-83E3-4158CFEB0601}" type="presOf" srcId="{FD9CA14A-483C-4869-B0C1-7C5FB7EEDBCC}" destId="{E0D48281-565D-47A3-9B6C-576231178549}" srcOrd="0" destOrd="0" presId="urn:microsoft.com/office/officeart/2016/7/layout/BasicTimeline"/>
    <dgm:cxn modelId="{D3D81948-D963-4D1E-AE16-9705EAF510FC}" srcId="{A66480AC-C0DE-4E5E-9ECD-9AE37E3FCB79}" destId="{A8C03FBB-4A75-4460-AEA6-DEAEB9C61496}" srcOrd="0" destOrd="0" parTransId="{4E972F7F-4B1B-47AA-A25B-1FFC561F1C76}" sibTransId="{67361508-930A-4A23-8CFC-BB56DA645C3C}"/>
    <dgm:cxn modelId="{667E949F-8C64-4F85-A468-D63DC397F098}" srcId="{A66480AC-C0DE-4E5E-9ECD-9AE37E3FCB79}" destId="{0A32E253-02AF-4161-9A96-680764EBF903}" srcOrd="4" destOrd="0" parTransId="{B268BD22-0302-40F5-BBA9-A8ECEAEF4FFD}" sibTransId="{6571B78B-E192-4C1A-9280-B2325A3940DE}"/>
    <dgm:cxn modelId="{4F4F82A2-02F1-492B-96C1-46C070BEFCE3}" srcId="{A66480AC-C0DE-4E5E-9ECD-9AE37E3FCB79}" destId="{D2FE027B-4161-41E1-B4D4-02AECB2E3FA0}" srcOrd="3" destOrd="0" parTransId="{88680CFE-3CE0-4842-B3D3-716D3B671238}" sibTransId="{4D59E06B-629C-40B5-96D3-423B7A56C945}"/>
    <dgm:cxn modelId="{7ED727A4-F6D8-4C12-851D-EE464B63EB02}" srcId="{0A32E253-02AF-4161-9A96-680764EBF903}" destId="{D0BD74F4-0ABB-4EE7-B37D-C03EB469707F}" srcOrd="0" destOrd="0" parTransId="{3EE6A9A7-E1C1-4CED-900F-5AE4E58D8C40}" sibTransId="{45612B05-7F51-4077-9780-4DE891FBD809}"/>
    <dgm:cxn modelId="{127FC2B6-C56B-474A-94A6-EA6AAEC8EA7D}" type="presOf" srcId="{A8C03FBB-4A75-4460-AEA6-DEAEB9C61496}" destId="{FE5C7F33-9326-49FB-89A3-8A20163AD994}" srcOrd="0" destOrd="0" presId="urn:microsoft.com/office/officeart/2016/7/layout/BasicTimeline"/>
    <dgm:cxn modelId="{842BF0B8-B39B-45ED-9153-12D03346CDD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D3E840E4-F47D-47DC-841B-E38F58EC3E3C}" type="presOf" srcId="{0A32E253-02AF-4161-9A96-680764EBF903}" destId="{17A303F1-D5B2-4417-96F9-1C0C0207CE48}" srcOrd="0" destOrd="0" presId="urn:microsoft.com/office/officeart/2016/7/layout/BasicTimeline"/>
    <dgm:cxn modelId="{403E30EA-CA23-4A5A-9D22-DF82F93CFF08}" type="presOf" srcId="{A66480AC-C0DE-4E5E-9ECD-9AE37E3FCB79}" destId="{9FFA803F-EA25-49D8-A073-96E9747E345F}" srcOrd="0" destOrd="0" presId="urn:microsoft.com/office/officeart/2016/7/layout/BasicTimeline"/>
    <dgm:cxn modelId="{2F209EEC-4EFE-4C53-9F0D-EFB01931DC1B}" type="presOf" srcId="{3CC73758-10C1-47F8-AFA7-1A986D4DDD60}" destId="{E712D073-0B15-4887-9DCE-A27BCACBC178}" srcOrd="0" destOrd="0" presId="urn:microsoft.com/office/officeart/2016/7/layout/BasicTimeline"/>
    <dgm:cxn modelId="{391AAFF3-D17D-46F0-8149-7B327CCFE3F1}" type="presOf" srcId="{91969DED-4CB8-4A14-A50B-3F7B848E46B5}" destId="{60D0713D-AF69-4AF8-B071-F65622790886}" srcOrd="0" destOrd="0" presId="urn:microsoft.com/office/officeart/2016/7/layout/BasicTimeline"/>
    <dgm:cxn modelId="{A0A94EF4-0346-41C9-B9A8-5482845A60BA}" type="presOf" srcId="{D2FE027B-4161-41E1-B4D4-02AECB2E3FA0}" destId="{F782935D-BBBD-4420-826A-F71C517659B6}"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AB4C76F1-C6BF-4A49-87A4-28A082AB061B}" type="presParOf" srcId="{9FFA803F-EA25-49D8-A073-96E9747E345F}" destId="{EE0E6265-BE99-48D1-8879-DB5A75D6D78E}" srcOrd="0" destOrd="0" presId="urn:microsoft.com/office/officeart/2016/7/layout/BasicTimeline"/>
    <dgm:cxn modelId="{E2A945F3-9EDF-4BCB-9248-F3BF0564A13A}" type="presParOf" srcId="{9FFA803F-EA25-49D8-A073-96E9747E345F}" destId="{BDA8F949-88B8-486D-9E41-ABA1463A8926}" srcOrd="1" destOrd="0" presId="urn:microsoft.com/office/officeart/2016/7/layout/BasicTimeline"/>
    <dgm:cxn modelId="{77159C87-75FA-4B3C-9DF4-F23EBCA58370}" type="presParOf" srcId="{BDA8F949-88B8-486D-9E41-ABA1463A8926}" destId="{A41AEE8D-8763-4311-BB07-B499A93D76EA}" srcOrd="0" destOrd="0" presId="urn:microsoft.com/office/officeart/2016/7/layout/BasicTimeline"/>
    <dgm:cxn modelId="{DE17C1D7-EC71-4BD1-9C1A-ED7F19D52287}" type="presParOf" srcId="{A41AEE8D-8763-4311-BB07-B499A93D76EA}" destId="{FE5C7F33-9326-49FB-89A3-8A20163AD994}" srcOrd="0" destOrd="0" presId="urn:microsoft.com/office/officeart/2016/7/layout/BasicTimeline"/>
    <dgm:cxn modelId="{7EA3C298-9DDC-4544-8938-044C1D6A4B44}" type="presParOf" srcId="{A41AEE8D-8763-4311-BB07-B499A93D76EA}" destId="{C51067AB-548D-47E7-B9DD-C7A4C9600F8C}" srcOrd="1" destOrd="0" presId="urn:microsoft.com/office/officeart/2016/7/layout/BasicTimeline"/>
    <dgm:cxn modelId="{A01C912B-CAE0-4E5D-9B7F-9CEDC8146D1B}" type="presParOf" srcId="{C51067AB-548D-47E7-B9DD-C7A4C9600F8C}" destId="{BA29120C-7C6B-4F62-9079-4AD528BC0744}" srcOrd="0" destOrd="0" presId="urn:microsoft.com/office/officeart/2016/7/layout/BasicTimeline"/>
    <dgm:cxn modelId="{654828ED-80BA-470B-A30E-346DA689ADD8}" type="presParOf" srcId="{C51067AB-548D-47E7-B9DD-C7A4C9600F8C}" destId="{617B6CDA-9351-44EF-9011-41758FE93851}" srcOrd="1" destOrd="0" presId="urn:microsoft.com/office/officeart/2016/7/layout/BasicTimeline"/>
    <dgm:cxn modelId="{0DC28D03-A42D-490A-BB49-4BF4DF393DC4}" type="presParOf" srcId="{A41AEE8D-8763-4311-BB07-B499A93D76EA}" destId="{A95DB80B-444A-4D69-B205-3A801BB8524A}" srcOrd="2" destOrd="0" presId="urn:microsoft.com/office/officeart/2016/7/layout/BasicTimeline"/>
    <dgm:cxn modelId="{B7958DD9-6F42-4F6E-958C-8E121AEFFC00}" type="presParOf" srcId="{A41AEE8D-8763-4311-BB07-B499A93D76EA}" destId="{FA19A0AA-8B0B-4AA8-A80D-08CFFDD3F112}" srcOrd="3" destOrd="0" presId="urn:microsoft.com/office/officeart/2016/7/layout/BasicTimeline"/>
    <dgm:cxn modelId="{39824E68-8A00-4A05-9E61-D983B7DA384B}" type="presParOf" srcId="{A41AEE8D-8763-4311-BB07-B499A93D76EA}" destId="{C298CC98-EF08-4D23-94A2-F58DEE6D7DE4}" srcOrd="4" destOrd="0" presId="urn:microsoft.com/office/officeart/2016/7/layout/BasicTimeline"/>
    <dgm:cxn modelId="{4981F2F8-8549-492B-8CF5-8D29E3A1EA9E}" type="presParOf" srcId="{BDA8F949-88B8-486D-9E41-ABA1463A8926}" destId="{F3D981F8-7433-4E93-99E6-2B447306B973}" srcOrd="1" destOrd="0" presId="urn:microsoft.com/office/officeart/2016/7/layout/BasicTimeline"/>
    <dgm:cxn modelId="{C687DD73-0EFF-4F0A-AE36-B62A1BE2864B}" type="presParOf" srcId="{BDA8F949-88B8-486D-9E41-ABA1463A8926}" destId="{7D29DFA7-018B-45C9-AC1C-5CFC82FEE150}" srcOrd="2" destOrd="0" presId="urn:microsoft.com/office/officeart/2016/7/layout/BasicTimeline"/>
    <dgm:cxn modelId="{94EEC4D1-6993-4AFF-B85C-740CCA9E15E4}" type="presParOf" srcId="{7D29DFA7-018B-45C9-AC1C-5CFC82FEE150}" destId="{60D0713D-AF69-4AF8-B071-F65622790886}" srcOrd="0" destOrd="0" presId="urn:microsoft.com/office/officeart/2016/7/layout/BasicTimeline"/>
    <dgm:cxn modelId="{1291290A-8F76-4904-A10A-658AEFFB9287}" type="presParOf" srcId="{7D29DFA7-018B-45C9-AC1C-5CFC82FEE150}" destId="{5DAA1547-FEA7-4F69-96D3-0E3A07601B1E}" srcOrd="1" destOrd="0" presId="urn:microsoft.com/office/officeart/2016/7/layout/BasicTimeline"/>
    <dgm:cxn modelId="{E354E1E9-3CD9-4D82-9013-F9652AE0DF00}" type="presParOf" srcId="{5DAA1547-FEA7-4F69-96D3-0E3A07601B1E}" destId="{DADAA0C9-3E42-4088-8622-30E9F6EA139A}" srcOrd="0" destOrd="0" presId="urn:microsoft.com/office/officeart/2016/7/layout/BasicTimeline"/>
    <dgm:cxn modelId="{ACF4EE6E-451E-4F8B-AA50-C93374F01D93}" type="presParOf" srcId="{5DAA1547-FEA7-4F69-96D3-0E3A07601B1E}" destId="{D2E61EE0-F306-43AF-AFF9-74A14B9CF379}" srcOrd="1" destOrd="0" presId="urn:microsoft.com/office/officeart/2016/7/layout/BasicTimeline"/>
    <dgm:cxn modelId="{9DF2AAC6-2431-4440-B740-6E7B77CDA68B}" type="presParOf" srcId="{7D29DFA7-018B-45C9-AC1C-5CFC82FEE150}" destId="{DBD74D6B-057A-432C-9067-BF618C19EB2A}" srcOrd="2" destOrd="0" presId="urn:microsoft.com/office/officeart/2016/7/layout/BasicTimeline"/>
    <dgm:cxn modelId="{5C3E6110-3336-4056-8E68-7C3B1F11D5DE}" type="presParOf" srcId="{7D29DFA7-018B-45C9-AC1C-5CFC82FEE150}" destId="{0F979253-FD39-4920-BFCA-78C564B167EA}" srcOrd="3" destOrd="0" presId="urn:microsoft.com/office/officeart/2016/7/layout/BasicTimeline"/>
    <dgm:cxn modelId="{1872DDA3-9A38-401C-9557-E75DD7B15898}" type="presParOf" srcId="{7D29DFA7-018B-45C9-AC1C-5CFC82FEE150}" destId="{C9B4B298-E04C-4317-856D-E345FE5EC64B}" srcOrd="4" destOrd="0" presId="urn:microsoft.com/office/officeart/2016/7/layout/BasicTimeline"/>
    <dgm:cxn modelId="{76F568CC-80FC-48F1-8891-A498A793052A}" type="presParOf" srcId="{BDA8F949-88B8-486D-9E41-ABA1463A8926}" destId="{9B636147-AF19-40E0-BE7D-3BE8148CC024}" srcOrd="3" destOrd="0" presId="urn:microsoft.com/office/officeart/2016/7/layout/BasicTimeline"/>
    <dgm:cxn modelId="{D99D6C15-1AA2-4E9C-B244-21C5D3BADE3C}" type="presParOf" srcId="{BDA8F949-88B8-486D-9E41-ABA1463A8926}" destId="{76CB18D4-86E2-467C-A2CF-3ED9EFE66BEA}" srcOrd="4" destOrd="0" presId="urn:microsoft.com/office/officeart/2016/7/layout/BasicTimeline"/>
    <dgm:cxn modelId="{AC5772C6-F740-4615-A23C-8C20E565C872}" type="presParOf" srcId="{76CB18D4-86E2-467C-A2CF-3ED9EFE66BEA}" destId="{E712D073-0B15-4887-9DCE-A27BCACBC178}" srcOrd="0" destOrd="0" presId="urn:microsoft.com/office/officeart/2016/7/layout/BasicTimeline"/>
    <dgm:cxn modelId="{F93BEFE5-BF7D-431C-9D40-EA38AEBEFC64}" type="presParOf" srcId="{76CB18D4-86E2-467C-A2CF-3ED9EFE66BEA}" destId="{4C57E835-21E8-44E9-8CE3-1E2D478ECB2B}" srcOrd="1" destOrd="0" presId="urn:microsoft.com/office/officeart/2016/7/layout/BasicTimeline"/>
    <dgm:cxn modelId="{CDBB9CF8-1DEA-4680-9BED-7DCF5C73E08D}" type="presParOf" srcId="{4C57E835-21E8-44E9-8CE3-1E2D478ECB2B}" destId="{E0D48281-565D-47A3-9B6C-576231178549}" srcOrd="0" destOrd="0" presId="urn:microsoft.com/office/officeart/2016/7/layout/BasicTimeline"/>
    <dgm:cxn modelId="{F4F16F77-3367-4EF9-8E47-91C981E9E635}" type="presParOf" srcId="{4C57E835-21E8-44E9-8CE3-1E2D478ECB2B}" destId="{E0365E95-CAD6-4660-956D-E490447A5CB4}" srcOrd="1" destOrd="0" presId="urn:microsoft.com/office/officeart/2016/7/layout/BasicTimeline"/>
    <dgm:cxn modelId="{2A7CFCE2-DA41-4251-BD96-82568FF78E51}" type="presParOf" srcId="{76CB18D4-86E2-467C-A2CF-3ED9EFE66BEA}" destId="{DCAE8A46-752C-4E82-84CE-E790E1F2918E}" srcOrd="2" destOrd="0" presId="urn:microsoft.com/office/officeart/2016/7/layout/BasicTimeline"/>
    <dgm:cxn modelId="{DBE24890-657C-4ECD-9118-794DE72EC45E}" type="presParOf" srcId="{76CB18D4-86E2-467C-A2CF-3ED9EFE66BEA}" destId="{B6459BF8-D2C3-4018-9C28-98667DC203F4}" srcOrd="3" destOrd="0" presId="urn:microsoft.com/office/officeart/2016/7/layout/BasicTimeline"/>
    <dgm:cxn modelId="{39314C81-C909-45E5-AA51-E8E62B0E6252}" type="presParOf" srcId="{76CB18D4-86E2-467C-A2CF-3ED9EFE66BEA}" destId="{EAB0CCC2-BFF9-432D-BA8E-7ECAF2D92AF2}" srcOrd="4" destOrd="0" presId="urn:microsoft.com/office/officeart/2016/7/layout/BasicTimeline"/>
    <dgm:cxn modelId="{934F87EE-826E-4406-BBAE-079C16A7FC83}" type="presParOf" srcId="{BDA8F949-88B8-486D-9E41-ABA1463A8926}" destId="{07073103-04B7-4C74-9AC8-048764100B10}" srcOrd="5" destOrd="0" presId="urn:microsoft.com/office/officeart/2016/7/layout/BasicTimeline"/>
    <dgm:cxn modelId="{FF0C989F-B3C3-407A-BABA-70E88C0A20E9}" type="presParOf" srcId="{BDA8F949-88B8-486D-9E41-ABA1463A8926}" destId="{C68762A5-E9DF-484F-B385-6C7E07325E98}" srcOrd="6" destOrd="0" presId="urn:microsoft.com/office/officeart/2016/7/layout/BasicTimeline"/>
    <dgm:cxn modelId="{067DA9C5-73F1-448B-9395-CD03A98C9C71}" type="presParOf" srcId="{C68762A5-E9DF-484F-B385-6C7E07325E98}" destId="{F782935D-BBBD-4420-826A-F71C517659B6}" srcOrd="0" destOrd="0" presId="urn:microsoft.com/office/officeart/2016/7/layout/BasicTimeline"/>
    <dgm:cxn modelId="{E22C64FD-1F63-4D42-8212-90A020E2EB6C}" type="presParOf" srcId="{C68762A5-E9DF-484F-B385-6C7E07325E98}" destId="{3C71E446-482E-4CAC-8D42-2D4AC020412B}" srcOrd="1" destOrd="0" presId="urn:microsoft.com/office/officeart/2016/7/layout/BasicTimeline"/>
    <dgm:cxn modelId="{29C3324E-A167-4AA4-A143-6DDE423E7BA0}" type="presParOf" srcId="{3C71E446-482E-4CAC-8D42-2D4AC020412B}" destId="{6C3A59BD-6D45-4573-B098-8CB5207F194D}" srcOrd="0" destOrd="0" presId="urn:microsoft.com/office/officeart/2016/7/layout/BasicTimeline"/>
    <dgm:cxn modelId="{E33FC3C9-5D8B-45E9-B5AD-21630AA3841F}" type="presParOf" srcId="{3C71E446-482E-4CAC-8D42-2D4AC020412B}" destId="{8EB042C8-D666-4667-A1E4-E0C87151B72F}" srcOrd="1" destOrd="0" presId="urn:microsoft.com/office/officeart/2016/7/layout/BasicTimeline"/>
    <dgm:cxn modelId="{873D87C1-853B-4083-8C97-A8367C1DE2DE}" type="presParOf" srcId="{C68762A5-E9DF-484F-B385-6C7E07325E98}" destId="{086FB9B1-82B2-4197-8B33-6E7FF94F8D2E}" srcOrd="2" destOrd="0" presId="urn:microsoft.com/office/officeart/2016/7/layout/BasicTimeline"/>
    <dgm:cxn modelId="{ACBA7627-2D7D-4945-8AA8-8255B5FEF8E8}" type="presParOf" srcId="{C68762A5-E9DF-484F-B385-6C7E07325E98}" destId="{3F359E8B-7C7E-4FD9-B106-36CCBFC731D5}" srcOrd="3" destOrd="0" presId="urn:microsoft.com/office/officeart/2016/7/layout/BasicTimeline"/>
    <dgm:cxn modelId="{47E1A7CF-6FBA-4429-86EA-A9A03D48BE81}" type="presParOf" srcId="{C68762A5-E9DF-484F-B385-6C7E07325E98}" destId="{34434334-A935-4057-946F-93B826088F38}" srcOrd="4" destOrd="0" presId="urn:microsoft.com/office/officeart/2016/7/layout/BasicTimeline"/>
    <dgm:cxn modelId="{19834D7B-F41F-4F97-AF87-C869C2F81DD8}" type="presParOf" srcId="{BDA8F949-88B8-486D-9E41-ABA1463A8926}" destId="{7154B508-EDF0-4E33-975C-BFE48AD9FEB3}" srcOrd="7" destOrd="0" presId="urn:microsoft.com/office/officeart/2016/7/layout/BasicTimeline"/>
    <dgm:cxn modelId="{02C1CE5C-7D67-4F13-B56E-6DE3EA2B51FF}" type="presParOf" srcId="{BDA8F949-88B8-486D-9E41-ABA1463A8926}" destId="{B3A62A60-8DD3-452B-B08E-4EF3F65BA618}" srcOrd="8" destOrd="0" presId="urn:microsoft.com/office/officeart/2016/7/layout/BasicTimeline"/>
    <dgm:cxn modelId="{19C2F730-657D-45D4-9DFD-B522BC2C6224}" type="presParOf" srcId="{B3A62A60-8DD3-452B-B08E-4EF3F65BA618}" destId="{17A303F1-D5B2-4417-96F9-1C0C0207CE48}" srcOrd="0" destOrd="0" presId="urn:microsoft.com/office/officeart/2016/7/layout/BasicTimeline"/>
    <dgm:cxn modelId="{8BE5F983-0204-4755-8CE7-C0DD06D7C939}" type="presParOf" srcId="{B3A62A60-8DD3-452B-B08E-4EF3F65BA618}" destId="{92D19AAC-2006-4A79-9640-3A1BD3A71951}" srcOrd="1" destOrd="0" presId="urn:microsoft.com/office/officeart/2016/7/layout/BasicTimeline"/>
    <dgm:cxn modelId="{6D3E5717-5A84-4701-9368-BED0A4686BC9}" type="presParOf" srcId="{92D19AAC-2006-4A79-9640-3A1BD3A71951}" destId="{3A15D26D-C0F3-4140-94D0-A96024E963B0}" srcOrd="0" destOrd="0" presId="urn:microsoft.com/office/officeart/2016/7/layout/BasicTimeline"/>
    <dgm:cxn modelId="{12FEC789-054A-4609-9D4C-1E099BCC453A}" type="presParOf" srcId="{92D19AAC-2006-4A79-9640-3A1BD3A71951}" destId="{55C1A9F1-1A39-46C3-AE1D-A4DC2F3AD75E}" srcOrd="1" destOrd="0" presId="urn:microsoft.com/office/officeart/2016/7/layout/BasicTimeline"/>
    <dgm:cxn modelId="{5E734C51-8CFF-41E9-BB94-195490F3A615}" type="presParOf" srcId="{B3A62A60-8DD3-452B-B08E-4EF3F65BA618}" destId="{33A08DD8-CD3C-46DA-A10C-53123C3FEDFF}" srcOrd="2" destOrd="0" presId="urn:microsoft.com/office/officeart/2016/7/layout/BasicTimeline"/>
    <dgm:cxn modelId="{9DA91533-A740-412D-80A7-2F885C92C554}" type="presParOf" srcId="{B3A62A60-8DD3-452B-B08E-4EF3F65BA618}" destId="{B91A8A26-AC5A-4098-BB57-06CE727FCAB7}" srcOrd="3" destOrd="0" presId="urn:microsoft.com/office/officeart/2016/7/layout/BasicTimeline"/>
    <dgm:cxn modelId="{D027A6B4-4DBD-445B-817D-7F20C8110929}" type="presParOf" srcId="{B3A62A60-8DD3-452B-B08E-4EF3F65BA618}" destId="{BE3068E9-834F-48C4-ACB4-4E968E377BCB}"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481926-C50D-4407-9D52-DDBED048234C}">
      <dsp:nvSpPr>
        <dsp:cNvPr id="0" name=""/>
        <dsp:cNvSpPr/>
      </dsp:nvSpPr>
      <dsp:spPr>
        <a:xfrm>
          <a:off x="3180" y="1362316"/>
          <a:ext cx="1390454" cy="8342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latin typeface="Century Gothic"/>
            </a:rPr>
            <a:t>Rapid API</a:t>
          </a:r>
          <a:endParaRPr lang="en-US" sz="2200" kern="1200" dirty="0"/>
        </a:p>
      </dsp:txBody>
      <dsp:txXfrm>
        <a:off x="27615" y="1386751"/>
        <a:ext cx="1341584" cy="785402"/>
      </dsp:txXfrm>
    </dsp:sp>
    <dsp:sp modelId="{8EE04CD1-2796-4ED0-A196-1F01B4C75CB5}">
      <dsp:nvSpPr>
        <dsp:cNvPr id="0" name=""/>
        <dsp:cNvSpPr/>
      </dsp:nvSpPr>
      <dsp:spPr>
        <a:xfrm>
          <a:off x="1532679" y="1607036"/>
          <a:ext cx="294776" cy="3448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532679" y="1676002"/>
        <a:ext cx="206343" cy="206900"/>
      </dsp:txXfrm>
    </dsp:sp>
    <dsp:sp modelId="{F566A858-67EF-40F9-B758-CDB0C894048E}">
      <dsp:nvSpPr>
        <dsp:cNvPr id="0" name=""/>
        <dsp:cNvSpPr/>
      </dsp:nvSpPr>
      <dsp:spPr>
        <a:xfrm>
          <a:off x="1949816" y="1362316"/>
          <a:ext cx="1390454" cy="8342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err="1">
              <a:latin typeface="Century Gothic"/>
            </a:rPr>
            <a:t>Pytho</a:t>
          </a:r>
          <a:r>
            <a:rPr lang="en-US" sz="2200" kern="1200" dirty="0">
              <a:latin typeface="Century Gothic"/>
            </a:rPr>
            <a:t>n</a:t>
          </a:r>
          <a:endParaRPr lang="en-US" sz="2200" kern="1200" dirty="0"/>
        </a:p>
      </dsp:txBody>
      <dsp:txXfrm>
        <a:off x="1974251" y="1386751"/>
        <a:ext cx="1341584" cy="785402"/>
      </dsp:txXfrm>
    </dsp:sp>
    <dsp:sp modelId="{72DAB3C5-10EF-4FF4-8C24-6903B331BE11}">
      <dsp:nvSpPr>
        <dsp:cNvPr id="0" name=""/>
        <dsp:cNvSpPr/>
      </dsp:nvSpPr>
      <dsp:spPr>
        <a:xfrm>
          <a:off x="3479316" y="1607036"/>
          <a:ext cx="294776" cy="3448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479316" y="1676002"/>
        <a:ext cx="206343" cy="206900"/>
      </dsp:txXfrm>
    </dsp:sp>
    <dsp:sp modelId="{F05C37C0-146B-40BF-99FC-48682800AB5C}">
      <dsp:nvSpPr>
        <dsp:cNvPr id="0" name=""/>
        <dsp:cNvSpPr/>
      </dsp:nvSpPr>
      <dsp:spPr>
        <a:xfrm>
          <a:off x="3896452" y="1362316"/>
          <a:ext cx="1390454" cy="8342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err="1">
              <a:latin typeface="Century Gothic"/>
            </a:rPr>
            <a:t>Postgre</a:t>
          </a:r>
          <a:r>
            <a:rPr lang="en-US" sz="2200" kern="1200" dirty="0">
              <a:latin typeface="Century Gothic"/>
            </a:rPr>
            <a:t> SQL</a:t>
          </a:r>
        </a:p>
      </dsp:txBody>
      <dsp:txXfrm>
        <a:off x="3920887" y="1386751"/>
        <a:ext cx="1341584" cy="785402"/>
      </dsp:txXfrm>
    </dsp:sp>
    <dsp:sp modelId="{73C70216-0F2F-4F03-B654-9CF90C5DEBF1}">
      <dsp:nvSpPr>
        <dsp:cNvPr id="0" name=""/>
        <dsp:cNvSpPr/>
      </dsp:nvSpPr>
      <dsp:spPr>
        <a:xfrm>
          <a:off x="5425952" y="1607036"/>
          <a:ext cx="294776" cy="3448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5425952" y="1676002"/>
        <a:ext cx="206343" cy="206900"/>
      </dsp:txXfrm>
    </dsp:sp>
    <dsp:sp modelId="{0F61AB5C-76DA-4EC3-9734-F786D670A937}">
      <dsp:nvSpPr>
        <dsp:cNvPr id="0" name=""/>
        <dsp:cNvSpPr/>
      </dsp:nvSpPr>
      <dsp:spPr>
        <a:xfrm>
          <a:off x="5843088" y="1362316"/>
          <a:ext cx="1390454" cy="83427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latin typeface="Century Gothic"/>
            </a:rPr>
            <a:t>Stream lit</a:t>
          </a:r>
          <a:endParaRPr lang="en-US" sz="2200" kern="1200" dirty="0"/>
        </a:p>
      </dsp:txBody>
      <dsp:txXfrm>
        <a:off x="5867523" y="1386751"/>
        <a:ext cx="1341584" cy="7854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593850"/>
          <a:ext cx="6816725" cy="0"/>
        </a:xfrm>
        <a:prstGeom prst="line">
          <a:avLst/>
        </a:prstGeom>
        <a:solidFill>
          <a:schemeClr val="lt1">
            <a:alpha val="90000"/>
            <a:tint val="40000"/>
            <a:hueOff val="0"/>
            <a:satOff val="0"/>
            <a:lumOff val="0"/>
            <a:alphaOff val="0"/>
          </a:schemeClr>
        </a:solidFill>
        <a:ln w="9525" cap="flat" cmpd="sng" algn="ctr">
          <a:solidFill>
            <a:schemeClr val="accent5">
              <a:alpha val="90000"/>
              <a:hueOff val="0"/>
              <a:satOff val="0"/>
              <a:lumOff val="0"/>
              <a:alphaOff val="0"/>
            </a:schemeClr>
          </a:solidFill>
          <a:prstDash val="solid"/>
          <a:tailEnd type="triangle" w="lg" len="lg"/>
        </a:ln>
        <a:effectLst/>
        <a:scene3d>
          <a:camera prst="orthographicFront"/>
          <a:lightRig rig="threePt" dir="t">
            <a:rot lat="0" lon="0" rev="7500000"/>
          </a:lightRig>
        </a:scene3d>
        <a:sp3d z="152400" extrusionH="63500" prstMaterial="dkEdge">
          <a:bevelT w="125400" h="36350" prst="relaxedInset"/>
          <a:contourClr>
            <a:schemeClr val="bg1"/>
          </a:contourClr>
        </a:sp3d>
      </dsp:spPr>
      <dsp:style>
        <a:lnRef idx="1">
          <a:scrgbClr r="0" g="0" b="0"/>
        </a:lnRef>
        <a:fillRef idx="1">
          <a:scrgbClr r="0" g="0" b="0"/>
        </a:fillRef>
        <a:effectRef idx="0">
          <a:scrgbClr r="0" g="0" b="0"/>
        </a:effectRef>
        <a:fontRef idx="minor"/>
      </dsp:style>
    </dsp:sp>
    <dsp:sp modelId="{FE5C7F33-9326-49FB-89A3-8A20163AD994}">
      <dsp:nvSpPr>
        <dsp:cNvPr id="0" name=""/>
        <dsp:cNvSpPr/>
      </dsp:nvSpPr>
      <dsp:spPr>
        <a:xfrm>
          <a:off x="127813" y="1711794"/>
          <a:ext cx="1804301" cy="360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US" sz="1800" kern="1200" dirty="0">
              <a:latin typeface="+mn-lt"/>
            </a:rPr>
            <a:t>Page1</a:t>
          </a:r>
        </a:p>
      </dsp:txBody>
      <dsp:txXfrm>
        <a:off x="127813" y="1711794"/>
        <a:ext cx="1804301" cy="360210"/>
      </dsp:txXfrm>
    </dsp:sp>
    <dsp:sp modelId="{BA29120C-7C6B-4F62-9079-4AD528BC0744}">
      <dsp:nvSpPr>
        <dsp:cNvPr id="0" name=""/>
        <dsp:cNvSpPr/>
      </dsp:nvSpPr>
      <dsp:spPr>
        <a:xfrm>
          <a:off x="4793" y="342777"/>
          <a:ext cx="2050343" cy="645409"/>
        </a:xfrm>
        <a:prstGeom prst="roundRect">
          <a:avLst/>
        </a:prstGeom>
        <a:solidFill>
          <a:schemeClr val="accent5">
            <a:alpha val="90000"/>
            <a:tint val="40000"/>
            <a:hueOff val="0"/>
            <a:satOff val="0"/>
            <a:lumOff val="0"/>
            <a:alphaOff val="0"/>
          </a:schemeClr>
        </a:solidFill>
        <a:ln w="9525" cap="flat" cmpd="sng" algn="ctr">
          <a:solidFill>
            <a:schemeClr val="accent5">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Home</a:t>
          </a:r>
        </a:p>
      </dsp:txBody>
      <dsp:txXfrm>
        <a:off x="36299" y="374283"/>
        <a:ext cx="1987331" cy="582397"/>
      </dsp:txXfrm>
    </dsp:sp>
    <dsp:sp modelId="{A95DB80B-444A-4D69-B205-3A801BB8524A}">
      <dsp:nvSpPr>
        <dsp:cNvPr id="0" name=""/>
        <dsp:cNvSpPr/>
      </dsp:nvSpPr>
      <dsp:spPr>
        <a:xfrm>
          <a:off x="1029964" y="988186"/>
          <a:ext cx="0" cy="605663"/>
        </a:xfrm>
        <a:prstGeom prst="line">
          <a:avLst/>
        </a:prstGeom>
        <a:noFill/>
        <a:ln w="9525" cap="flat" cmpd="sng" algn="ctr">
          <a:solidFill>
            <a:schemeClr val="accent5">
              <a:hueOff val="0"/>
              <a:satOff val="0"/>
              <a:lumOff val="0"/>
              <a:alphaOff val="0"/>
            </a:schemeClr>
          </a:solidFill>
          <a:prstDash val="dash"/>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317012" y="1115694"/>
          <a:ext cx="1804301" cy="360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r>
            <a:rPr lang="en-US" sz="1800" kern="1200" dirty="0">
              <a:latin typeface="+mn-lt"/>
            </a:rPr>
            <a:t>Page2</a:t>
          </a:r>
        </a:p>
      </dsp:txBody>
      <dsp:txXfrm>
        <a:off x="1317012" y="1115694"/>
        <a:ext cx="1804301" cy="360210"/>
      </dsp:txXfrm>
    </dsp:sp>
    <dsp:sp modelId="{FA19A0AA-8B0B-4AA8-A80D-08CFFDD3F112}">
      <dsp:nvSpPr>
        <dsp:cNvPr id="0" name=""/>
        <dsp:cNvSpPr/>
      </dsp:nvSpPr>
      <dsp:spPr>
        <a:xfrm>
          <a:off x="1006056" y="1569942"/>
          <a:ext cx="47815" cy="47815"/>
        </a:xfrm>
        <a:prstGeom prst="ellipse">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8000"/>
                <a:satMod val="12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DADAA0C9-3E42-4088-8622-30E9F6EA139A}">
      <dsp:nvSpPr>
        <dsp:cNvPr id="0" name=""/>
        <dsp:cNvSpPr/>
      </dsp:nvSpPr>
      <dsp:spPr>
        <a:xfrm>
          <a:off x="1193991" y="2199513"/>
          <a:ext cx="2050343" cy="645409"/>
        </a:xfrm>
        <a:prstGeom prst="roundRect">
          <a:avLst/>
        </a:prstGeom>
        <a:solidFill>
          <a:schemeClr val="accent5">
            <a:alpha val="90000"/>
            <a:tint val="40000"/>
            <a:hueOff val="0"/>
            <a:satOff val="0"/>
            <a:lumOff val="0"/>
            <a:alphaOff val="0"/>
          </a:schemeClr>
        </a:solidFill>
        <a:ln w="9525" cap="flat" cmpd="sng" algn="ctr">
          <a:solidFill>
            <a:schemeClr val="accent5">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Live matches</a:t>
          </a:r>
        </a:p>
      </dsp:txBody>
      <dsp:txXfrm>
        <a:off x="1225497" y="2231019"/>
        <a:ext cx="1987331" cy="582397"/>
      </dsp:txXfrm>
    </dsp:sp>
    <dsp:sp modelId="{DBD74D6B-057A-432C-9067-BF618C19EB2A}">
      <dsp:nvSpPr>
        <dsp:cNvPr id="0" name=""/>
        <dsp:cNvSpPr/>
      </dsp:nvSpPr>
      <dsp:spPr>
        <a:xfrm>
          <a:off x="2219163" y="1593849"/>
          <a:ext cx="0" cy="605663"/>
        </a:xfrm>
        <a:prstGeom prst="line">
          <a:avLst/>
        </a:prstGeom>
        <a:noFill/>
        <a:ln w="9525" cap="flat" cmpd="sng" algn="ctr">
          <a:solidFill>
            <a:schemeClr val="accent5">
              <a:hueOff val="0"/>
              <a:satOff val="0"/>
              <a:lumOff val="0"/>
              <a:alphaOff val="0"/>
            </a:schemeClr>
          </a:solidFill>
          <a:prstDash val="dash"/>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2506211" y="1711794"/>
          <a:ext cx="1804301" cy="360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US" sz="1800" kern="1200" dirty="0">
              <a:latin typeface="+mn-lt"/>
            </a:rPr>
            <a:t>Page3</a:t>
          </a:r>
        </a:p>
      </dsp:txBody>
      <dsp:txXfrm>
        <a:off x="2506211" y="1711794"/>
        <a:ext cx="1804301" cy="360210"/>
      </dsp:txXfrm>
    </dsp:sp>
    <dsp:sp modelId="{0F979253-FD39-4920-BFCA-78C564B167EA}">
      <dsp:nvSpPr>
        <dsp:cNvPr id="0" name=""/>
        <dsp:cNvSpPr/>
      </dsp:nvSpPr>
      <dsp:spPr>
        <a:xfrm>
          <a:off x="2195255" y="1569942"/>
          <a:ext cx="47815" cy="47815"/>
        </a:xfrm>
        <a:prstGeom prst="ellipse">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8000"/>
                <a:satMod val="12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E0D48281-565D-47A3-9B6C-576231178549}">
      <dsp:nvSpPr>
        <dsp:cNvPr id="0" name=""/>
        <dsp:cNvSpPr/>
      </dsp:nvSpPr>
      <dsp:spPr>
        <a:xfrm>
          <a:off x="2383190" y="342777"/>
          <a:ext cx="2050343" cy="645409"/>
        </a:xfrm>
        <a:prstGeom prst="roundRect">
          <a:avLst/>
        </a:prstGeom>
        <a:solidFill>
          <a:schemeClr val="accent5">
            <a:alpha val="90000"/>
            <a:tint val="40000"/>
            <a:hueOff val="0"/>
            <a:satOff val="0"/>
            <a:lumOff val="0"/>
            <a:alphaOff val="0"/>
          </a:schemeClr>
        </a:solidFill>
        <a:ln w="9525" cap="flat" cmpd="sng" algn="ctr">
          <a:solidFill>
            <a:schemeClr val="accent5">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 Player stats</a:t>
          </a:r>
        </a:p>
      </dsp:txBody>
      <dsp:txXfrm>
        <a:off x="2414696" y="374283"/>
        <a:ext cx="1987331" cy="582397"/>
      </dsp:txXfrm>
    </dsp:sp>
    <dsp:sp modelId="{DCAE8A46-752C-4E82-84CE-E790E1F2918E}">
      <dsp:nvSpPr>
        <dsp:cNvPr id="0" name=""/>
        <dsp:cNvSpPr/>
      </dsp:nvSpPr>
      <dsp:spPr>
        <a:xfrm>
          <a:off x="3408362" y="988186"/>
          <a:ext cx="0" cy="605663"/>
        </a:xfrm>
        <a:prstGeom prst="line">
          <a:avLst/>
        </a:prstGeom>
        <a:noFill/>
        <a:ln w="9525" cap="flat" cmpd="sng" algn="ctr">
          <a:solidFill>
            <a:schemeClr val="accent5">
              <a:hueOff val="0"/>
              <a:satOff val="0"/>
              <a:lumOff val="0"/>
              <a:alphaOff val="0"/>
            </a:schemeClr>
          </a:solidFill>
          <a:prstDash val="dash"/>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3695410" y="1115694"/>
          <a:ext cx="1804301" cy="360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r>
            <a:rPr lang="en-US" sz="1800" kern="1200" dirty="0">
              <a:latin typeface="+mn-lt"/>
            </a:rPr>
            <a:t>Page4</a:t>
          </a:r>
        </a:p>
      </dsp:txBody>
      <dsp:txXfrm>
        <a:off x="3695410" y="1115694"/>
        <a:ext cx="1804301" cy="360210"/>
      </dsp:txXfrm>
    </dsp:sp>
    <dsp:sp modelId="{B6459BF8-D2C3-4018-9C28-98667DC203F4}">
      <dsp:nvSpPr>
        <dsp:cNvPr id="0" name=""/>
        <dsp:cNvSpPr/>
      </dsp:nvSpPr>
      <dsp:spPr>
        <a:xfrm>
          <a:off x="3384454" y="1569942"/>
          <a:ext cx="47815" cy="47815"/>
        </a:xfrm>
        <a:prstGeom prst="ellipse">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8000"/>
                <a:satMod val="12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6C3A59BD-6D45-4573-B098-8CB5207F194D}">
      <dsp:nvSpPr>
        <dsp:cNvPr id="0" name=""/>
        <dsp:cNvSpPr/>
      </dsp:nvSpPr>
      <dsp:spPr>
        <a:xfrm>
          <a:off x="3572389" y="2199513"/>
          <a:ext cx="2050343" cy="645409"/>
        </a:xfrm>
        <a:prstGeom prst="roundRect">
          <a:avLst/>
        </a:prstGeom>
        <a:solidFill>
          <a:schemeClr val="accent5">
            <a:alpha val="90000"/>
            <a:tint val="40000"/>
            <a:hueOff val="0"/>
            <a:satOff val="0"/>
            <a:lumOff val="0"/>
            <a:alphaOff val="0"/>
          </a:schemeClr>
        </a:solidFill>
        <a:ln w="9525" cap="flat" cmpd="sng" algn="ctr">
          <a:solidFill>
            <a:schemeClr val="accent5">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mn-lt"/>
            </a:rPr>
            <a:t>SQL analytics</a:t>
          </a:r>
        </a:p>
      </dsp:txBody>
      <dsp:txXfrm>
        <a:off x="3603895" y="2231019"/>
        <a:ext cx="1987331" cy="582397"/>
      </dsp:txXfrm>
    </dsp:sp>
    <dsp:sp modelId="{086FB9B1-82B2-4197-8B33-6E7FF94F8D2E}">
      <dsp:nvSpPr>
        <dsp:cNvPr id="0" name=""/>
        <dsp:cNvSpPr/>
      </dsp:nvSpPr>
      <dsp:spPr>
        <a:xfrm>
          <a:off x="4597561" y="1593849"/>
          <a:ext cx="0" cy="605663"/>
        </a:xfrm>
        <a:prstGeom prst="line">
          <a:avLst/>
        </a:prstGeom>
        <a:noFill/>
        <a:ln w="9525" cap="flat" cmpd="sng" algn="ctr">
          <a:solidFill>
            <a:schemeClr val="accent5">
              <a:hueOff val="0"/>
              <a:satOff val="0"/>
              <a:lumOff val="0"/>
              <a:alphaOff val="0"/>
            </a:schemeClr>
          </a:solidFill>
          <a:prstDash val="dash"/>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17A303F1-D5B2-4417-96F9-1C0C0207CE48}">
      <dsp:nvSpPr>
        <dsp:cNvPr id="0" name=""/>
        <dsp:cNvSpPr/>
      </dsp:nvSpPr>
      <dsp:spPr>
        <a:xfrm>
          <a:off x="4884609" y="1711794"/>
          <a:ext cx="1804301" cy="360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b="0" kern="1200" dirty="0">
              <a:latin typeface="Calibri"/>
              <a:ea typeface="Calibri"/>
              <a:cs typeface="Calibri"/>
            </a:rPr>
            <a:t>Page5</a:t>
          </a:r>
        </a:p>
      </dsp:txBody>
      <dsp:txXfrm>
        <a:off x="4884609" y="1711794"/>
        <a:ext cx="1804301" cy="360210"/>
      </dsp:txXfrm>
    </dsp:sp>
    <dsp:sp modelId="{3F359E8B-7C7E-4FD9-B106-36CCBFC731D5}">
      <dsp:nvSpPr>
        <dsp:cNvPr id="0" name=""/>
        <dsp:cNvSpPr/>
      </dsp:nvSpPr>
      <dsp:spPr>
        <a:xfrm>
          <a:off x="4573653" y="1569942"/>
          <a:ext cx="47815" cy="47815"/>
        </a:xfrm>
        <a:prstGeom prst="ellipse">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8000"/>
                <a:satMod val="12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3A15D26D-C0F3-4140-94D0-A96024E963B0}">
      <dsp:nvSpPr>
        <dsp:cNvPr id="0" name=""/>
        <dsp:cNvSpPr/>
      </dsp:nvSpPr>
      <dsp:spPr>
        <a:xfrm>
          <a:off x="4761588" y="342777"/>
          <a:ext cx="2050343" cy="645409"/>
        </a:xfrm>
        <a:prstGeom prst="roundRect">
          <a:avLst/>
        </a:prstGeom>
        <a:solidFill>
          <a:schemeClr val="accent5">
            <a:alpha val="90000"/>
            <a:tint val="40000"/>
            <a:hueOff val="0"/>
            <a:satOff val="0"/>
            <a:lumOff val="0"/>
            <a:alphaOff val="0"/>
          </a:schemeClr>
        </a:solidFill>
        <a:ln w="9525" cap="flat" cmpd="sng" algn="ctr">
          <a:solidFill>
            <a:schemeClr val="accent5">
              <a:hueOff val="0"/>
              <a:satOff val="0"/>
              <a:lumOff val="0"/>
              <a:alphaOff val="0"/>
            </a:schemeClr>
          </a:solidFill>
          <a:prstDash val="solid"/>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Calibri"/>
              <a:ea typeface="Calibri"/>
              <a:cs typeface="Calibri"/>
            </a:rPr>
            <a:t> CRUD </a:t>
          </a:r>
          <a:endParaRPr lang="en-US" sz="1800" b="0" kern="1200" dirty="0">
            <a:latin typeface="Calibri"/>
            <a:ea typeface="Calibri"/>
            <a:cs typeface="Calibri"/>
          </a:endParaRPr>
        </a:p>
      </dsp:txBody>
      <dsp:txXfrm>
        <a:off x="4793094" y="374283"/>
        <a:ext cx="1987331" cy="582397"/>
      </dsp:txXfrm>
    </dsp:sp>
    <dsp:sp modelId="{33A08DD8-CD3C-46DA-A10C-53123C3FEDFF}">
      <dsp:nvSpPr>
        <dsp:cNvPr id="0" name=""/>
        <dsp:cNvSpPr/>
      </dsp:nvSpPr>
      <dsp:spPr>
        <a:xfrm>
          <a:off x="5786760" y="988186"/>
          <a:ext cx="0" cy="605663"/>
        </a:xfrm>
        <a:prstGeom prst="line">
          <a:avLst/>
        </a:prstGeom>
        <a:noFill/>
        <a:ln w="9525" cap="flat" cmpd="sng" algn="ctr">
          <a:solidFill>
            <a:schemeClr val="accent5">
              <a:hueOff val="0"/>
              <a:satOff val="0"/>
              <a:lumOff val="0"/>
              <a:alphaOff val="0"/>
            </a:schemeClr>
          </a:solidFill>
          <a:prstDash val="dash"/>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B91A8A26-AC5A-4098-BB57-06CE727FCAB7}">
      <dsp:nvSpPr>
        <dsp:cNvPr id="0" name=""/>
        <dsp:cNvSpPr/>
      </dsp:nvSpPr>
      <dsp:spPr>
        <a:xfrm>
          <a:off x="5762852" y="1569942"/>
          <a:ext cx="47815" cy="47815"/>
        </a:xfrm>
        <a:prstGeom prst="ellipse">
          <a:avLst/>
        </a:prstGeom>
        <a:gradFill rotWithShape="0">
          <a:gsLst>
            <a:gs pos="0">
              <a:schemeClr val="lt1">
                <a:hueOff val="0"/>
                <a:satOff val="0"/>
                <a:lumOff val="0"/>
                <a:alphaOff val="0"/>
                <a:tint val="94000"/>
                <a:satMod val="103000"/>
                <a:lumMod val="102000"/>
              </a:schemeClr>
            </a:gs>
            <a:gs pos="50000">
              <a:schemeClr val="lt1">
                <a:hueOff val="0"/>
                <a:satOff val="0"/>
                <a:lumOff val="0"/>
                <a:alphaOff val="0"/>
                <a:shade val="100000"/>
                <a:satMod val="110000"/>
                <a:lumMod val="100000"/>
              </a:schemeClr>
            </a:gs>
            <a:gs pos="100000">
              <a:schemeClr val="lt1">
                <a:hueOff val="0"/>
                <a:satOff val="0"/>
                <a:lumOff val="0"/>
                <a:alphaOff val="0"/>
                <a:shade val="78000"/>
                <a:satMod val="120000"/>
                <a:lumMod val="99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4ACDB4-642F-4F82-9C8D-2DC384BF8F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ABB06E6-7341-4F07-8285-8B35565B99C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CC4456-0E88-4EB2-8FDA-8240F984B54A}" type="datetimeFigureOut">
              <a:rPr lang="en-US" smtClean="0"/>
              <a:t>3/14/2026</a:t>
            </a:fld>
            <a:endParaRPr lang="en-US" dirty="0"/>
          </a:p>
        </p:txBody>
      </p:sp>
      <p:sp>
        <p:nvSpPr>
          <p:cNvPr id="4" name="Footer Placeholder 3">
            <a:extLst>
              <a:ext uri="{FF2B5EF4-FFF2-40B4-BE49-F238E27FC236}">
                <a16:creationId xmlns:a16="http://schemas.microsoft.com/office/drawing/2014/main" id="{F2C88C94-6E7C-4506-82BE-23DAD04DCE1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45A5C082-911A-46EA-8DF6-A63F9F9E0A6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3086C9-2826-46AE-BD8E-F12CB3F9C8B4}" type="slidenum">
              <a:rPr lang="en-US" smtClean="0"/>
              <a:t>‹#›</a:t>
            </a:fld>
            <a:endParaRPr lang="en-US" dirty="0"/>
          </a:p>
        </p:txBody>
      </p:sp>
    </p:spTree>
    <p:extLst>
      <p:ext uri="{BB962C8B-B14F-4D97-AF65-F5344CB8AC3E}">
        <p14:creationId xmlns:p14="http://schemas.microsoft.com/office/powerpoint/2010/main" val="1875910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5E9994-CBF9-4364-B2D1-761774B9F53C}" type="datetimeFigureOut">
              <a:rPr lang="en-US" smtClean="0"/>
              <a:t>3/14/2026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AD0BC5-116C-42CF-8B28-245F66D50665}" type="slidenum">
              <a:rPr lang="en-US" smtClean="0"/>
              <a:t>‹#›</a:t>
            </a:fld>
            <a:endParaRPr lang="en-US" dirty="0"/>
          </a:p>
        </p:txBody>
      </p:sp>
    </p:spTree>
    <p:extLst>
      <p:ext uri="{BB962C8B-B14F-4D97-AF65-F5344CB8AC3E}">
        <p14:creationId xmlns:p14="http://schemas.microsoft.com/office/powerpoint/2010/main" val="2499818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1</a:t>
            </a:fld>
            <a:endParaRPr lang="en-US" dirty="0"/>
          </a:p>
        </p:txBody>
      </p:sp>
    </p:spTree>
    <p:extLst>
      <p:ext uri="{BB962C8B-B14F-4D97-AF65-F5344CB8AC3E}">
        <p14:creationId xmlns:p14="http://schemas.microsoft.com/office/powerpoint/2010/main" val="1650740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2</a:t>
            </a:fld>
            <a:endParaRPr lang="en-US" dirty="0"/>
          </a:p>
        </p:txBody>
      </p:sp>
    </p:spTree>
    <p:extLst>
      <p:ext uri="{BB962C8B-B14F-4D97-AF65-F5344CB8AC3E}">
        <p14:creationId xmlns:p14="http://schemas.microsoft.com/office/powerpoint/2010/main" val="2283047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D6A5D-ED10-FF54-EA1C-DC766A43B7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99F7B-166E-7B70-7D46-9F621B052C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D92A62-29D6-7948-8641-87937AA54B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496D2D-A216-7BFB-B4F4-8CB66D42EACC}"/>
              </a:ext>
            </a:extLst>
          </p:cNvPr>
          <p:cNvSpPr>
            <a:spLocks noGrp="1"/>
          </p:cNvSpPr>
          <p:nvPr>
            <p:ph type="sldNum" sz="quarter" idx="5"/>
          </p:nvPr>
        </p:nvSpPr>
        <p:spPr/>
        <p:txBody>
          <a:bodyPr/>
          <a:lstStyle/>
          <a:p>
            <a:fld id="{0FAD0BC5-116C-42CF-8B28-245F66D50665}" type="slidenum">
              <a:rPr lang="en-US" smtClean="0"/>
              <a:t>3</a:t>
            </a:fld>
            <a:endParaRPr lang="en-US" dirty="0"/>
          </a:p>
        </p:txBody>
      </p:sp>
    </p:spTree>
    <p:extLst>
      <p:ext uri="{BB962C8B-B14F-4D97-AF65-F5344CB8AC3E}">
        <p14:creationId xmlns:p14="http://schemas.microsoft.com/office/powerpoint/2010/main" val="355506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9DD6D-C53E-C8CB-43F1-BC7C3DBA6F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6DB7A-1615-AC84-DF06-EE308BD1A0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6459AE-4E4B-203F-2517-4DD99840FD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631CBA-F542-0B6C-C897-FF8DABB5FE50}"/>
              </a:ext>
            </a:extLst>
          </p:cNvPr>
          <p:cNvSpPr>
            <a:spLocks noGrp="1"/>
          </p:cNvSpPr>
          <p:nvPr>
            <p:ph type="sldNum" sz="quarter" idx="5"/>
          </p:nvPr>
        </p:nvSpPr>
        <p:spPr/>
        <p:txBody>
          <a:bodyPr/>
          <a:lstStyle/>
          <a:p>
            <a:fld id="{0FAD0BC5-116C-42CF-8B28-245F66D50665}" type="slidenum">
              <a:rPr lang="en-US" smtClean="0"/>
              <a:t>4</a:t>
            </a:fld>
            <a:endParaRPr lang="en-US" dirty="0"/>
          </a:p>
        </p:txBody>
      </p:sp>
    </p:spTree>
    <p:extLst>
      <p:ext uri="{BB962C8B-B14F-4D97-AF65-F5344CB8AC3E}">
        <p14:creationId xmlns:p14="http://schemas.microsoft.com/office/powerpoint/2010/main" val="738528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5</a:t>
            </a:fld>
            <a:endParaRPr lang="en-US" dirty="0"/>
          </a:p>
        </p:txBody>
      </p:sp>
    </p:spTree>
    <p:extLst>
      <p:ext uri="{BB962C8B-B14F-4D97-AF65-F5344CB8AC3E}">
        <p14:creationId xmlns:p14="http://schemas.microsoft.com/office/powerpoint/2010/main" val="1866470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6</a:t>
            </a:fld>
            <a:endParaRPr lang="en-US" dirty="0"/>
          </a:p>
        </p:txBody>
      </p:sp>
    </p:spTree>
    <p:extLst>
      <p:ext uri="{BB962C8B-B14F-4D97-AF65-F5344CB8AC3E}">
        <p14:creationId xmlns:p14="http://schemas.microsoft.com/office/powerpoint/2010/main" val="2307727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41CEC-83B2-3CD9-E836-0DB9B315C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02D76E-32CB-2261-EFBE-F22B6AE057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AF850-0AA1-7592-29C1-675771B37D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FE3835-B009-7F23-766E-87139AC2D411}"/>
              </a:ext>
            </a:extLst>
          </p:cNvPr>
          <p:cNvSpPr>
            <a:spLocks noGrp="1"/>
          </p:cNvSpPr>
          <p:nvPr>
            <p:ph type="sldNum" sz="quarter" idx="5"/>
          </p:nvPr>
        </p:nvSpPr>
        <p:spPr/>
        <p:txBody>
          <a:bodyPr/>
          <a:lstStyle/>
          <a:p>
            <a:fld id="{0FAD0BC5-116C-42CF-8B28-245F66D50665}" type="slidenum">
              <a:rPr lang="en-US" smtClean="0"/>
              <a:t>7</a:t>
            </a:fld>
            <a:endParaRPr lang="en-US" dirty="0"/>
          </a:p>
        </p:txBody>
      </p:sp>
    </p:spTree>
    <p:extLst>
      <p:ext uri="{BB962C8B-B14F-4D97-AF65-F5344CB8AC3E}">
        <p14:creationId xmlns:p14="http://schemas.microsoft.com/office/powerpoint/2010/main" val="1206373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F6CF4-6E26-54F4-2176-2D06FC5CF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57162B-DB78-4A88-CDD7-9D79896221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FA65EB-86F5-C78E-EDA1-C772A2037C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00844C-24F7-01F8-4EA8-96E4E5C68551}"/>
              </a:ext>
            </a:extLst>
          </p:cNvPr>
          <p:cNvSpPr>
            <a:spLocks noGrp="1"/>
          </p:cNvSpPr>
          <p:nvPr>
            <p:ph type="sldNum" sz="quarter" idx="5"/>
          </p:nvPr>
        </p:nvSpPr>
        <p:spPr/>
        <p:txBody>
          <a:bodyPr/>
          <a:lstStyle/>
          <a:p>
            <a:fld id="{0FAD0BC5-116C-42CF-8B28-245F66D50665}" type="slidenum">
              <a:rPr lang="en-US" smtClean="0"/>
              <a:t>8</a:t>
            </a:fld>
            <a:endParaRPr lang="en-US" dirty="0"/>
          </a:p>
        </p:txBody>
      </p:sp>
    </p:spTree>
    <p:extLst>
      <p:ext uri="{BB962C8B-B14F-4D97-AF65-F5344CB8AC3E}">
        <p14:creationId xmlns:p14="http://schemas.microsoft.com/office/powerpoint/2010/main" val="2384872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9620E-C92B-A160-48C3-AF2BBA3F6B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BCFBF-6EEE-571B-94FE-484F5AC443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09453-E7DF-FF57-68DB-99E127B78F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03BCB2-73B8-2216-0FF6-81001063E4F4}"/>
              </a:ext>
            </a:extLst>
          </p:cNvPr>
          <p:cNvSpPr>
            <a:spLocks noGrp="1"/>
          </p:cNvSpPr>
          <p:nvPr>
            <p:ph type="sldNum" sz="quarter" idx="5"/>
          </p:nvPr>
        </p:nvSpPr>
        <p:spPr/>
        <p:txBody>
          <a:bodyPr/>
          <a:lstStyle/>
          <a:p>
            <a:fld id="{0FAD0BC5-116C-42CF-8B28-245F66D50665}" type="slidenum">
              <a:rPr lang="en-US" smtClean="0"/>
              <a:t>9</a:t>
            </a:fld>
            <a:endParaRPr lang="en-US" dirty="0"/>
          </a:p>
        </p:txBody>
      </p:sp>
    </p:spTree>
    <p:extLst>
      <p:ext uri="{BB962C8B-B14F-4D97-AF65-F5344CB8AC3E}">
        <p14:creationId xmlns:p14="http://schemas.microsoft.com/office/powerpoint/2010/main" val="2852437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ACF4B-C6F7-79AB-A3A0-C5D354E51C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1BFDBD-96E4-AE47-4157-B0EFDC152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2BA12F-C2F9-5898-A6BF-F365D2B914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951C98-DF7A-B532-64F8-DB6FCDDB8EFA}"/>
              </a:ext>
            </a:extLst>
          </p:cNvPr>
          <p:cNvSpPr>
            <a:spLocks noGrp="1"/>
          </p:cNvSpPr>
          <p:nvPr>
            <p:ph type="sldNum" sz="quarter" idx="5"/>
          </p:nvPr>
        </p:nvSpPr>
        <p:spPr/>
        <p:txBody>
          <a:bodyPr/>
          <a:lstStyle/>
          <a:p>
            <a:fld id="{0FAD0BC5-116C-42CF-8B28-245F66D50665}" type="slidenum">
              <a:rPr lang="en-US" smtClean="0"/>
              <a:t>10</a:t>
            </a:fld>
            <a:endParaRPr lang="en-US" dirty="0"/>
          </a:p>
        </p:txBody>
      </p:sp>
    </p:spTree>
    <p:extLst>
      <p:ext uri="{BB962C8B-B14F-4D97-AF65-F5344CB8AC3E}">
        <p14:creationId xmlns:p14="http://schemas.microsoft.com/office/powerpoint/2010/main" val="860178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F8B4B-1DF9-4A91-5C71-D268F6145A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F42878-BB30-A81C-5954-2174B131A0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676D7-68DA-07DE-44CD-9E7583A1FB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7E3D5E-084C-19EE-0DC5-99D70DE6A348}"/>
              </a:ext>
            </a:extLst>
          </p:cNvPr>
          <p:cNvSpPr>
            <a:spLocks noGrp="1"/>
          </p:cNvSpPr>
          <p:nvPr>
            <p:ph type="sldNum" sz="quarter" idx="5"/>
          </p:nvPr>
        </p:nvSpPr>
        <p:spPr/>
        <p:txBody>
          <a:bodyPr/>
          <a:lstStyle/>
          <a:p>
            <a:fld id="{0FAD0BC5-116C-42CF-8B28-245F66D50665}" type="slidenum">
              <a:rPr lang="en-US" smtClean="0"/>
              <a:t>11</a:t>
            </a:fld>
            <a:endParaRPr lang="en-US" dirty="0"/>
          </a:p>
        </p:txBody>
      </p:sp>
    </p:spTree>
    <p:extLst>
      <p:ext uri="{BB962C8B-B14F-4D97-AF65-F5344CB8AC3E}">
        <p14:creationId xmlns:p14="http://schemas.microsoft.com/office/powerpoint/2010/main" val="2292323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961C9-9D07-4023-F1E4-F242DE07C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D599A4-E987-4185-9257-808EF34B73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4FA964-4B35-9283-D957-EFB2A5F7CE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045D52-0FB9-7F96-B130-F4B7B9287B76}"/>
              </a:ext>
            </a:extLst>
          </p:cNvPr>
          <p:cNvSpPr>
            <a:spLocks noGrp="1"/>
          </p:cNvSpPr>
          <p:nvPr>
            <p:ph type="sldNum" sz="quarter" idx="5"/>
          </p:nvPr>
        </p:nvSpPr>
        <p:spPr/>
        <p:txBody>
          <a:bodyPr/>
          <a:lstStyle/>
          <a:p>
            <a:fld id="{0FAD0BC5-116C-42CF-8B28-245F66D50665}" type="slidenum">
              <a:rPr lang="en-US" smtClean="0"/>
              <a:t>12</a:t>
            </a:fld>
            <a:endParaRPr lang="en-US" dirty="0"/>
          </a:p>
        </p:txBody>
      </p:sp>
    </p:spTree>
    <p:extLst>
      <p:ext uri="{BB962C8B-B14F-4D97-AF65-F5344CB8AC3E}">
        <p14:creationId xmlns:p14="http://schemas.microsoft.com/office/powerpoint/2010/main" val="4005776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3B5E0-5CB0-0CF5-3366-60F71E64B1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EA7BC7-4B92-1355-BD8D-9454873D23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F502BD-E56D-D963-89D4-7FC56858AA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84AF0D-5B86-2BFC-77E0-B8DF35BBAF3A}"/>
              </a:ext>
            </a:extLst>
          </p:cNvPr>
          <p:cNvSpPr>
            <a:spLocks noGrp="1"/>
          </p:cNvSpPr>
          <p:nvPr>
            <p:ph type="sldNum" sz="quarter" idx="5"/>
          </p:nvPr>
        </p:nvSpPr>
        <p:spPr/>
        <p:txBody>
          <a:bodyPr/>
          <a:lstStyle/>
          <a:p>
            <a:fld id="{0FAD0BC5-116C-42CF-8B28-245F66D50665}" type="slidenum">
              <a:rPr lang="en-US" smtClean="0"/>
              <a:t>13</a:t>
            </a:fld>
            <a:endParaRPr lang="en-US" dirty="0"/>
          </a:p>
        </p:txBody>
      </p:sp>
    </p:spTree>
    <p:extLst>
      <p:ext uri="{BB962C8B-B14F-4D97-AF65-F5344CB8AC3E}">
        <p14:creationId xmlns:p14="http://schemas.microsoft.com/office/powerpoint/2010/main" val="14981427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14</a:t>
            </a:fld>
            <a:endParaRPr lang="en-US" dirty="0"/>
          </a:p>
        </p:txBody>
      </p:sp>
    </p:spTree>
    <p:extLst>
      <p:ext uri="{BB962C8B-B14F-4D97-AF65-F5344CB8AC3E}">
        <p14:creationId xmlns:p14="http://schemas.microsoft.com/office/powerpoint/2010/main" val="30304322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15</a:t>
            </a:fld>
            <a:endParaRPr lang="en-US" dirty="0"/>
          </a:p>
        </p:txBody>
      </p:sp>
    </p:spTree>
    <p:extLst>
      <p:ext uri="{BB962C8B-B14F-4D97-AF65-F5344CB8AC3E}">
        <p14:creationId xmlns:p14="http://schemas.microsoft.com/office/powerpoint/2010/main" val="15736545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16</a:t>
            </a:fld>
            <a:endParaRPr lang="en-US" dirty="0"/>
          </a:p>
        </p:txBody>
      </p:sp>
    </p:spTree>
    <p:extLst>
      <p:ext uri="{BB962C8B-B14F-4D97-AF65-F5344CB8AC3E}">
        <p14:creationId xmlns:p14="http://schemas.microsoft.com/office/powerpoint/2010/main" val="29453921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18</a:t>
            </a:fld>
            <a:endParaRPr lang="en-US" dirty="0"/>
          </a:p>
        </p:txBody>
      </p:sp>
    </p:spTree>
    <p:extLst>
      <p:ext uri="{BB962C8B-B14F-4D97-AF65-F5344CB8AC3E}">
        <p14:creationId xmlns:p14="http://schemas.microsoft.com/office/powerpoint/2010/main" val="38791520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51897-A279-9127-54C4-0271DE08F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DF71EA-917F-7714-E6A2-A0C24D0B1A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3524C4-430A-8298-76C7-50512C8A9E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7DAAEC-4DA7-A646-9434-EE38F75BA043}"/>
              </a:ext>
            </a:extLst>
          </p:cNvPr>
          <p:cNvSpPr>
            <a:spLocks noGrp="1"/>
          </p:cNvSpPr>
          <p:nvPr>
            <p:ph type="sldNum" sz="quarter" idx="5"/>
          </p:nvPr>
        </p:nvSpPr>
        <p:spPr/>
        <p:txBody>
          <a:bodyPr/>
          <a:lstStyle/>
          <a:p>
            <a:fld id="{0FAD0BC5-116C-42CF-8B28-245F66D50665}" type="slidenum">
              <a:rPr lang="en-US" smtClean="0"/>
              <a:t>21</a:t>
            </a:fld>
            <a:endParaRPr lang="en-US" dirty="0"/>
          </a:p>
        </p:txBody>
      </p:sp>
    </p:spTree>
    <p:extLst>
      <p:ext uri="{BB962C8B-B14F-4D97-AF65-F5344CB8AC3E}">
        <p14:creationId xmlns:p14="http://schemas.microsoft.com/office/powerpoint/2010/main" val="31030166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866F8-CF84-B20E-3638-5CE9672C8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7BB16-45DA-762F-647F-AF0BCB93E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179F0E-79B7-2416-9B21-9060B91476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A254B8-49E3-73BE-167B-F0E7A2110679}"/>
              </a:ext>
            </a:extLst>
          </p:cNvPr>
          <p:cNvSpPr>
            <a:spLocks noGrp="1"/>
          </p:cNvSpPr>
          <p:nvPr>
            <p:ph type="sldNum" sz="quarter" idx="5"/>
          </p:nvPr>
        </p:nvSpPr>
        <p:spPr/>
        <p:txBody>
          <a:bodyPr/>
          <a:lstStyle/>
          <a:p>
            <a:fld id="{0FAD0BC5-116C-42CF-8B28-245F66D50665}" type="slidenum">
              <a:rPr lang="en-US" smtClean="0"/>
              <a:t>22</a:t>
            </a:fld>
            <a:endParaRPr lang="en-US" dirty="0"/>
          </a:p>
        </p:txBody>
      </p:sp>
    </p:spTree>
    <p:extLst>
      <p:ext uri="{BB962C8B-B14F-4D97-AF65-F5344CB8AC3E}">
        <p14:creationId xmlns:p14="http://schemas.microsoft.com/office/powerpoint/2010/main" val="608474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23</a:t>
            </a:fld>
            <a:endParaRPr lang="en-US" dirty="0"/>
          </a:p>
        </p:txBody>
      </p:sp>
    </p:spTree>
    <p:extLst>
      <p:ext uri="{BB962C8B-B14F-4D97-AF65-F5344CB8AC3E}">
        <p14:creationId xmlns:p14="http://schemas.microsoft.com/office/powerpoint/2010/main" val="28270756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27</a:t>
            </a:fld>
            <a:endParaRPr lang="en-US" dirty="0"/>
          </a:p>
        </p:txBody>
      </p:sp>
    </p:spTree>
    <p:extLst>
      <p:ext uri="{BB962C8B-B14F-4D97-AF65-F5344CB8AC3E}">
        <p14:creationId xmlns:p14="http://schemas.microsoft.com/office/powerpoint/2010/main" val="20232337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28</a:t>
            </a:fld>
            <a:endParaRPr lang="en-US" dirty="0"/>
          </a:p>
        </p:txBody>
      </p:sp>
    </p:spTree>
    <p:extLst>
      <p:ext uri="{BB962C8B-B14F-4D97-AF65-F5344CB8AC3E}">
        <p14:creationId xmlns:p14="http://schemas.microsoft.com/office/powerpoint/2010/main" val="23570189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AD0BC5-116C-42CF-8B28-245F66D50665}" type="slidenum">
              <a:rPr lang="en-US" smtClean="0"/>
              <a:t>29</a:t>
            </a:fld>
            <a:endParaRPr lang="en-US" dirty="0"/>
          </a:p>
        </p:txBody>
      </p:sp>
    </p:spTree>
    <p:extLst>
      <p:ext uri="{BB962C8B-B14F-4D97-AF65-F5344CB8AC3E}">
        <p14:creationId xmlns:p14="http://schemas.microsoft.com/office/powerpoint/2010/main" val="106825159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5"/>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3E68AC08-60AB-59E0-DA8F-498C9F26A03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l="37393" t="46146"/>
          <a:stretch>
            <a:fillRect/>
          </a:stretch>
        </p:blipFill>
        <p:spPr>
          <a:xfrm rot="10431885">
            <a:off x="8397863" y="4155450"/>
            <a:ext cx="3961007" cy="2910382"/>
          </a:xfrm>
          <a:custGeom>
            <a:avLst/>
            <a:gdLst>
              <a:gd name="connsiteX0" fmla="*/ 0 w 3961007"/>
              <a:gd name="connsiteY0" fmla="*/ 2910382 h 2910382"/>
              <a:gd name="connsiteX1" fmla="*/ 312841 w 3961007"/>
              <a:gd name="connsiteY1" fmla="*/ 0 h 2910382"/>
              <a:gd name="connsiteX2" fmla="*/ 3961007 w 3961007"/>
              <a:gd name="connsiteY2" fmla="*/ 392147 h 2910382"/>
              <a:gd name="connsiteX3" fmla="*/ 3961007 w 3961007"/>
              <a:gd name="connsiteY3" fmla="*/ 2910382 h 2910382"/>
            </a:gdLst>
            <a:ahLst/>
            <a:cxnLst>
              <a:cxn ang="0">
                <a:pos x="connsiteX0" y="connsiteY0"/>
              </a:cxn>
              <a:cxn ang="0">
                <a:pos x="connsiteX1" y="connsiteY1"/>
              </a:cxn>
              <a:cxn ang="0">
                <a:pos x="connsiteX2" y="connsiteY2"/>
              </a:cxn>
              <a:cxn ang="0">
                <a:pos x="connsiteX3" y="connsiteY3"/>
              </a:cxn>
            </a:cxnLst>
            <a:rect l="l" t="t" r="r" b="b"/>
            <a:pathLst>
              <a:path w="3961007" h="2910382">
                <a:moveTo>
                  <a:pt x="0" y="2910382"/>
                </a:moveTo>
                <a:lnTo>
                  <a:pt x="312841" y="0"/>
                </a:lnTo>
                <a:lnTo>
                  <a:pt x="3961007" y="392147"/>
                </a:lnTo>
                <a:lnTo>
                  <a:pt x="3961007" y="2910382"/>
                </a:lnTo>
                <a:close/>
              </a:path>
            </a:pathLst>
          </a:custGeom>
        </p:spPr>
      </p:pic>
      <p:pic>
        <p:nvPicPr>
          <p:cNvPr id="7" name="Graphic 6">
            <a:extLst>
              <a:ext uri="{FF2B5EF4-FFF2-40B4-BE49-F238E27FC236}">
                <a16:creationId xmlns:a16="http://schemas.microsoft.com/office/drawing/2014/main" id="{2CCAAD79-0F28-E27E-3415-F91C82E2B7F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rcRect l="3130" r="12599" b="51253"/>
          <a:stretch>
            <a:fillRect/>
          </a:stretch>
        </p:blipFill>
        <p:spPr>
          <a:xfrm rot="13235627">
            <a:off x="6807312" y="-837779"/>
            <a:ext cx="7519564" cy="3715398"/>
          </a:xfrm>
          <a:custGeom>
            <a:avLst/>
            <a:gdLst>
              <a:gd name="connsiteX0" fmla="*/ 7519564 w 7519564"/>
              <a:gd name="connsiteY0" fmla="*/ 0 h 3715398"/>
              <a:gd name="connsiteX1" fmla="*/ 3183782 w 7519564"/>
              <a:gd name="connsiteY1" fmla="*/ 3715398 h 3715398"/>
              <a:gd name="connsiteX2" fmla="*/ 0 w 7519564"/>
              <a:gd name="connsiteY2" fmla="*/ 0 h 3715398"/>
            </a:gdLst>
            <a:ahLst/>
            <a:cxnLst>
              <a:cxn ang="0">
                <a:pos x="connsiteX0" y="connsiteY0"/>
              </a:cxn>
              <a:cxn ang="0">
                <a:pos x="connsiteX1" y="connsiteY1"/>
              </a:cxn>
              <a:cxn ang="0">
                <a:pos x="connsiteX2" y="connsiteY2"/>
              </a:cxn>
            </a:cxnLst>
            <a:rect l="l" t="t" r="r" b="b"/>
            <a:pathLst>
              <a:path w="7519564" h="3715398">
                <a:moveTo>
                  <a:pt x="7519564" y="0"/>
                </a:moveTo>
                <a:lnTo>
                  <a:pt x="3183782" y="3715398"/>
                </a:lnTo>
                <a:lnTo>
                  <a:pt x="0" y="0"/>
                </a:lnTo>
                <a:close/>
              </a:path>
            </a:pathLst>
          </a:custGeom>
        </p:spPr>
      </p:pic>
      <p:pic>
        <p:nvPicPr>
          <p:cNvPr id="8" name="Graphic 7">
            <a:extLst>
              <a:ext uri="{FF2B5EF4-FFF2-40B4-BE49-F238E27FC236}">
                <a16:creationId xmlns:a16="http://schemas.microsoft.com/office/drawing/2014/main" id="{841BBD38-60F1-DEF8-CA7D-5DB3E2D5EFF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rcRect t="80069"/>
          <a:stretch>
            <a:fillRect/>
          </a:stretch>
        </p:blipFill>
        <p:spPr>
          <a:xfrm rot="10800000">
            <a:off x="-238765" y="5718856"/>
            <a:ext cx="7493958" cy="1151336"/>
          </a:xfrm>
          <a:custGeom>
            <a:avLst/>
            <a:gdLst>
              <a:gd name="connsiteX0" fmla="*/ 7493958 w 7493958"/>
              <a:gd name="connsiteY0" fmla="*/ 1151336 h 1151336"/>
              <a:gd name="connsiteX1" fmla="*/ 0 w 7493958"/>
              <a:gd name="connsiteY1" fmla="*/ 1151336 h 1151336"/>
              <a:gd name="connsiteX2" fmla="*/ 0 w 7493958"/>
              <a:gd name="connsiteY2" fmla="*/ 0 h 1151336"/>
              <a:gd name="connsiteX3" fmla="*/ 7493958 w 7493958"/>
              <a:gd name="connsiteY3" fmla="*/ 0 h 1151336"/>
            </a:gdLst>
            <a:ahLst/>
            <a:cxnLst>
              <a:cxn ang="0">
                <a:pos x="connsiteX0" y="connsiteY0"/>
              </a:cxn>
              <a:cxn ang="0">
                <a:pos x="connsiteX1" y="connsiteY1"/>
              </a:cxn>
              <a:cxn ang="0">
                <a:pos x="connsiteX2" y="connsiteY2"/>
              </a:cxn>
              <a:cxn ang="0">
                <a:pos x="connsiteX3" y="connsiteY3"/>
              </a:cxn>
            </a:cxnLst>
            <a:rect l="l" t="t" r="r" b="b"/>
            <a:pathLst>
              <a:path w="7493958" h="1151336">
                <a:moveTo>
                  <a:pt x="7493958" y="1151336"/>
                </a:moveTo>
                <a:lnTo>
                  <a:pt x="0" y="1151336"/>
                </a:lnTo>
                <a:lnTo>
                  <a:pt x="0" y="0"/>
                </a:lnTo>
                <a:lnTo>
                  <a:pt x="7493958" y="0"/>
                </a:lnTo>
                <a:close/>
              </a:path>
            </a:pathLst>
          </a:custGeom>
        </p:spPr>
      </p:pic>
      <p:pic>
        <p:nvPicPr>
          <p:cNvPr id="9" name="Graphic 8">
            <a:extLst>
              <a:ext uri="{FF2B5EF4-FFF2-40B4-BE49-F238E27FC236}">
                <a16:creationId xmlns:a16="http://schemas.microsoft.com/office/drawing/2014/main" id="{CEE6B663-76A9-99E3-003F-54C0C9C75924}"/>
              </a:ext>
              <a:ext uri="{C183D7F6-B498-43B3-948B-1728B52AA6E4}">
                <adec:decorative xmlns:adec="http://schemas.microsoft.com/office/drawing/2017/decorative" val="1"/>
              </a:ext>
            </a:extLst>
          </p:cNvPr>
          <p:cNvPicPr>
            <a:picLocks noChangeAspect="1"/>
          </p:cNvPicPr>
          <p:nvPr userDrawn="1"/>
        </p:nvPicPr>
        <p:blipFill>
          <a:blip r:embed="rId8">
            <a:extLst>
              <a:ext uri="{96DAC541-7B7A-43D3-8B79-37D633B846F1}">
                <asvg:svgBlip xmlns:asvg="http://schemas.microsoft.com/office/drawing/2016/SVG/main" r:embed="rId9"/>
              </a:ext>
            </a:extLst>
          </a:blip>
          <a:srcRect r="22607" b="41886"/>
          <a:stretch>
            <a:fillRect/>
          </a:stretch>
        </p:blipFill>
        <p:spPr>
          <a:xfrm rot="7076154">
            <a:off x="-2918822" y="602036"/>
            <a:ext cx="7976987" cy="4617239"/>
          </a:xfrm>
          <a:custGeom>
            <a:avLst/>
            <a:gdLst>
              <a:gd name="connsiteX0" fmla="*/ 0 w 7976987"/>
              <a:gd name="connsiteY0" fmla="*/ 999998 h 4617239"/>
              <a:gd name="connsiteX1" fmla="*/ 0 w 7976987"/>
              <a:gd name="connsiteY1" fmla="*/ 0 h 4617239"/>
              <a:gd name="connsiteX2" fmla="*/ 7232280 w 7976987"/>
              <a:gd name="connsiteY2" fmla="*/ 0 h 4617239"/>
              <a:gd name="connsiteX3" fmla="*/ 7976987 w 7976987"/>
              <a:gd name="connsiteY3" fmla="*/ 1404379 h 4617239"/>
              <a:gd name="connsiteX4" fmla="*/ 1918134 w 7976987"/>
              <a:gd name="connsiteY4" fmla="*/ 4617239 h 461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987" h="4617239">
                <a:moveTo>
                  <a:pt x="0" y="999998"/>
                </a:moveTo>
                <a:lnTo>
                  <a:pt x="0" y="0"/>
                </a:lnTo>
                <a:lnTo>
                  <a:pt x="7232280" y="0"/>
                </a:lnTo>
                <a:lnTo>
                  <a:pt x="7976987" y="1404379"/>
                </a:lnTo>
                <a:lnTo>
                  <a:pt x="1918134" y="4617239"/>
                </a:lnTo>
                <a:close/>
              </a:path>
            </a:pathLst>
          </a:custGeom>
        </p:spPr>
      </p:pic>
      <p:sp>
        <p:nvSpPr>
          <p:cNvPr id="10" name="Freeform 8">
            <a:extLst>
              <a:ext uri="{FF2B5EF4-FFF2-40B4-BE49-F238E27FC236}">
                <a16:creationId xmlns:a16="http://schemas.microsoft.com/office/drawing/2014/main" id="{94A85E6B-D9D6-122C-BE65-44FDAEAF051F}"/>
              </a:ext>
              <a:ext uri="{C183D7F6-B498-43B3-948B-1728B52AA6E4}">
                <adec:decorative xmlns:adec="http://schemas.microsoft.com/office/drawing/2017/decorative" val="1"/>
              </a:ext>
            </a:extLst>
          </p:cNvPr>
          <p:cNvSpPr/>
          <p:nvPr userDrawn="1"/>
        </p:nvSpPr>
        <p:spPr>
          <a:xfrm>
            <a:off x="1567895" y="0"/>
            <a:ext cx="2938406" cy="614238"/>
          </a:xfrm>
          <a:custGeom>
            <a:avLst/>
            <a:gdLst>
              <a:gd name="connsiteX0" fmla="*/ 0 w 2938406"/>
              <a:gd name="connsiteY0" fmla="*/ 0 h 614238"/>
              <a:gd name="connsiteX1" fmla="*/ 2938406 w 2938406"/>
              <a:gd name="connsiteY1" fmla="*/ 0 h 614238"/>
              <a:gd name="connsiteX2" fmla="*/ 2930135 w 2938406"/>
              <a:gd name="connsiteY2" fmla="*/ 9100 h 614238"/>
              <a:gd name="connsiteX3" fmla="*/ 1469203 w 2938406"/>
              <a:gd name="connsiteY3" fmla="*/ 614238 h 614238"/>
              <a:gd name="connsiteX4" fmla="*/ 8271 w 2938406"/>
              <a:gd name="connsiteY4" fmla="*/ 9100 h 614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406" h="614238">
                <a:moveTo>
                  <a:pt x="0" y="0"/>
                </a:moveTo>
                <a:lnTo>
                  <a:pt x="2938406" y="0"/>
                </a:lnTo>
                <a:lnTo>
                  <a:pt x="2930135" y="9100"/>
                </a:lnTo>
                <a:cubicBezTo>
                  <a:pt x="2556250" y="382985"/>
                  <a:pt x="2039733" y="614238"/>
                  <a:pt x="1469203" y="614238"/>
                </a:cubicBezTo>
                <a:cubicBezTo>
                  <a:pt x="898674" y="614238"/>
                  <a:pt x="382156" y="382985"/>
                  <a:pt x="8271" y="910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Block Arc 11">
            <a:extLst>
              <a:ext uri="{FF2B5EF4-FFF2-40B4-BE49-F238E27FC236}">
                <a16:creationId xmlns:a16="http://schemas.microsoft.com/office/drawing/2014/main" id="{F0363563-C230-8255-8A77-C6F5DC02E114}"/>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73C76131-1AAA-1028-5EA8-E8A5703C3962}"/>
              </a:ext>
            </a:extLst>
          </p:cNvPr>
          <p:cNvSpPr>
            <a:spLocks noGrp="1"/>
          </p:cNvSpPr>
          <p:nvPr>
            <p:ph type="title" hasCustomPrompt="1"/>
          </p:nvPr>
        </p:nvSpPr>
        <p:spPr>
          <a:xfrm>
            <a:off x="915924" y="1463040"/>
            <a:ext cx="10360152" cy="4471416"/>
          </a:xfrm>
        </p:spPr>
        <p:txBody>
          <a:bodyPr>
            <a:noAutofit/>
          </a:bodyPr>
          <a:lstStyle>
            <a:lvl1pPr algn="ctr">
              <a:lnSpc>
                <a:spcPct val="75000"/>
              </a:lnSpc>
              <a:defRPr sz="5400" cap="all" spc="600" baseline="0">
                <a:solidFill>
                  <a:schemeClr val="tx1"/>
                </a:solidFill>
                <a:latin typeface="+mj-lt"/>
              </a:defRPr>
            </a:lvl1pPr>
          </a:lstStyle>
          <a:p>
            <a:r>
              <a:rPr lang="en-US" dirty="0"/>
              <a:t>Click to add title</a:t>
            </a:r>
          </a:p>
        </p:txBody>
      </p:sp>
    </p:spTree>
    <p:extLst>
      <p:ext uri="{BB962C8B-B14F-4D97-AF65-F5344CB8AC3E}">
        <p14:creationId xmlns:p14="http://schemas.microsoft.com/office/powerpoint/2010/main" val="1423761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Freeform: Shape 11">
            <a:extLst>
              <a:ext uri="{FF2B5EF4-FFF2-40B4-BE49-F238E27FC236}">
                <a16:creationId xmlns:a16="http://schemas.microsoft.com/office/drawing/2014/main" id="{5E99B326-A023-FA69-54A8-41EDB12763C4}"/>
              </a:ext>
              <a:ext uri="{C183D7F6-B498-43B3-948B-1728B52AA6E4}">
                <adec:decorative xmlns:adec="http://schemas.microsoft.com/office/drawing/2017/decorative" val="1"/>
              </a:ext>
            </a:extLst>
          </p:cNvPr>
          <p:cNvSpPr/>
          <p:nvPr userDrawn="1"/>
        </p:nvSpPr>
        <p:spPr>
          <a:xfrm>
            <a:off x="1" y="2304754"/>
            <a:ext cx="2954761" cy="4553246"/>
          </a:xfrm>
          <a:custGeom>
            <a:avLst/>
            <a:gdLst>
              <a:gd name="connsiteX0" fmla="*/ 0 w 2954761"/>
              <a:gd name="connsiteY0" fmla="*/ 0 h 4553246"/>
              <a:gd name="connsiteX1" fmla="*/ 117233 w 2954761"/>
              <a:gd name="connsiteY1" fmla="*/ 82668 h 4553246"/>
              <a:gd name="connsiteX2" fmla="*/ 730843 w 2954761"/>
              <a:gd name="connsiteY2" fmla="*/ 1827598 h 4553246"/>
              <a:gd name="connsiteX3" fmla="*/ 868972 w 2954761"/>
              <a:gd name="connsiteY3" fmla="*/ 2174038 h 4553246"/>
              <a:gd name="connsiteX4" fmla="*/ 1502761 w 2954761"/>
              <a:gd name="connsiteY4" fmla="*/ 2758135 h 4553246"/>
              <a:gd name="connsiteX5" fmla="*/ 2954466 w 2954761"/>
              <a:gd name="connsiteY5" fmla="*/ 4460522 h 4553246"/>
              <a:gd name="connsiteX6" fmla="*/ 2954761 w 2954761"/>
              <a:gd name="connsiteY6" fmla="*/ 4553246 h 4553246"/>
              <a:gd name="connsiteX7" fmla="*/ 0 w 2954761"/>
              <a:gd name="connsiteY7" fmla="*/ 4553246 h 455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4761" h="4553246">
                <a:moveTo>
                  <a:pt x="0" y="0"/>
                </a:moveTo>
                <a:lnTo>
                  <a:pt x="117233" y="82668"/>
                </a:lnTo>
                <a:cubicBezTo>
                  <a:pt x="705921" y="563578"/>
                  <a:pt x="630379" y="1460513"/>
                  <a:pt x="730843" y="1827598"/>
                </a:cubicBezTo>
                <a:cubicBezTo>
                  <a:pt x="761151" y="1950602"/>
                  <a:pt x="807625" y="2067161"/>
                  <a:pt x="868972" y="2174038"/>
                </a:cubicBezTo>
                <a:cubicBezTo>
                  <a:pt x="1016204" y="2430540"/>
                  <a:pt x="1160257" y="2594499"/>
                  <a:pt x="1502761" y="2758135"/>
                </a:cubicBezTo>
                <a:cubicBezTo>
                  <a:pt x="2178883" y="3079569"/>
                  <a:pt x="2895559" y="3693004"/>
                  <a:pt x="2954466" y="4460522"/>
                </a:cubicBezTo>
                <a:lnTo>
                  <a:pt x="2954761" y="4553246"/>
                </a:lnTo>
                <a:lnTo>
                  <a:pt x="0" y="4553246"/>
                </a:lnTo>
                <a:close/>
              </a:path>
            </a:pathLst>
          </a:custGeom>
          <a:solidFill>
            <a:schemeClr val="accent1">
              <a:lumMod val="75000"/>
            </a:schemeClr>
          </a:solidFill>
          <a:ln w="2723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5044668"/>
          </a:xfrm>
          <a:prstGeom prst="rect">
            <a:avLst/>
          </a:prstGeom>
        </p:spPr>
        <p:txBody>
          <a:bodyPr vert="horz" lIns="0" tIns="45720" rIns="91440" bIns="45720" rtlCol="0" anchor="t">
            <a:noAutofit/>
          </a:bodyPr>
          <a:lstStyle>
            <a:lvl1pPr>
              <a:defRPr sz="3200" cap="all"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5911850" y="2343150"/>
            <a:ext cx="5568950" cy="4364038"/>
          </a:xfrm>
        </p:spPr>
        <p:txBody>
          <a:bodyPr>
            <a:normAutofit/>
          </a:bodyPr>
          <a:lstStyle>
            <a:lvl1pPr>
              <a:lnSpc>
                <a:spcPct val="100000"/>
              </a:lnSpc>
              <a:spcBef>
                <a:spcPts val="600"/>
              </a:spcBef>
              <a:spcAft>
                <a:spcPts val="1200"/>
              </a:spcAft>
              <a:defRPr sz="2000"/>
            </a:lvl1pPr>
            <a:lvl2pPr>
              <a:lnSpc>
                <a:spcPct val="100000"/>
              </a:lnSpc>
              <a:spcBef>
                <a:spcPts val="600"/>
              </a:spcBef>
              <a:spcAft>
                <a:spcPts val="1200"/>
              </a:spcAft>
              <a:defRPr sz="1800"/>
            </a:lvl2pPr>
            <a:lvl3pPr>
              <a:lnSpc>
                <a:spcPct val="100000"/>
              </a:lnSpc>
              <a:spcBef>
                <a:spcPts val="600"/>
              </a:spcBef>
              <a:spcAft>
                <a:spcPts val="1200"/>
              </a:spcAft>
              <a:defRPr sz="1600"/>
            </a:lvl3pPr>
            <a:lvl4pPr>
              <a:lnSpc>
                <a:spcPct val="100000"/>
              </a:lnSpc>
              <a:spcBef>
                <a:spcPts val="600"/>
              </a:spcBef>
              <a:spcAft>
                <a:spcPts val="1200"/>
              </a:spcAft>
              <a:defRPr sz="1400"/>
            </a:lvl4pPr>
            <a:lvl5pPr>
              <a:lnSpc>
                <a:spcPct val="100000"/>
              </a:lnSpc>
              <a:spcBef>
                <a:spcPts val="600"/>
              </a:spcBef>
              <a:spcAft>
                <a:spcPts val="12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51105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sp>
        <p:nvSpPr>
          <p:cNvPr id="6" name="Freeform: Shape 7">
            <a:extLst>
              <a:ext uri="{FF2B5EF4-FFF2-40B4-BE49-F238E27FC236}">
                <a16:creationId xmlns:a16="http://schemas.microsoft.com/office/drawing/2014/main" id="{0AE23B93-BC49-29E1-B798-915A07D7A9CA}"/>
              </a:ext>
              <a:ext uri="{C183D7F6-B498-43B3-948B-1728B52AA6E4}">
                <adec:decorative xmlns:adec="http://schemas.microsoft.com/office/drawing/2017/decorative" val="1"/>
              </a:ext>
            </a:extLst>
          </p:cNvPr>
          <p:cNvSpPr/>
          <p:nvPr userDrawn="1"/>
        </p:nvSpPr>
        <p:spPr>
          <a:xfrm>
            <a:off x="10451328" y="0"/>
            <a:ext cx="1740673" cy="2452455"/>
          </a:xfrm>
          <a:custGeom>
            <a:avLst/>
            <a:gdLst>
              <a:gd name="connsiteX0" fmla="*/ 9752 w 1740673"/>
              <a:gd name="connsiteY0" fmla="*/ 0 h 2452455"/>
              <a:gd name="connsiteX1" fmla="*/ 1740673 w 1740673"/>
              <a:gd name="connsiteY1" fmla="*/ 0 h 2452455"/>
              <a:gd name="connsiteX2" fmla="*/ 1740673 w 1740673"/>
              <a:gd name="connsiteY2" fmla="*/ 2452455 h 2452455"/>
              <a:gd name="connsiteX3" fmla="*/ 1641792 w 1740673"/>
              <a:gd name="connsiteY3" fmla="*/ 2253927 h 2452455"/>
              <a:gd name="connsiteX4" fmla="*/ 1168412 w 1740673"/>
              <a:gd name="connsiteY4" fmla="*/ 1679772 h 2452455"/>
              <a:gd name="connsiteX5" fmla="*/ 63 w 1740673"/>
              <a:gd name="connsiteY5" fmla="*/ 135821 h 2452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40673" h="2452455">
                <a:moveTo>
                  <a:pt x="9752" y="0"/>
                </a:moveTo>
                <a:lnTo>
                  <a:pt x="1740673" y="0"/>
                </a:lnTo>
                <a:lnTo>
                  <a:pt x="1740673" y="2452455"/>
                </a:lnTo>
                <a:lnTo>
                  <a:pt x="1641792" y="2253927"/>
                </a:lnTo>
                <a:cubicBezTo>
                  <a:pt x="1523030" y="2044952"/>
                  <a:pt x="1373754" y="1845991"/>
                  <a:pt x="1168412" y="1679772"/>
                </a:cubicBezTo>
                <a:cubicBezTo>
                  <a:pt x="742644" y="1335088"/>
                  <a:pt x="-7886" y="949509"/>
                  <a:pt x="63" y="135821"/>
                </a:cubicBezTo>
                <a:close/>
              </a:path>
            </a:pathLst>
          </a:custGeom>
          <a:solidFill>
            <a:schemeClr val="accent1"/>
          </a:solidFill>
          <a:ln w="1678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7" name="Graphic 6">
            <a:extLst>
              <a:ext uri="{FF2B5EF4-FFF2-40B4-BE49-F238E27FC236}">
                <a16:creationId xmlns:a16="http://schemas.microsoft.com/office/drawing/2014/main" id="{E48F560B-EB0A-0B8F-398E-F722EDBBBD0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t="68715"/>
          <a:stretch>
            <a:fillRect/>
          </a:stretch>
        </p:blipFill>
        <p:spPr>
          <a:xfrm rot="10800000" flipV="1">
            <a:off x="4605276" y="0"/>
            <a:ext cx="7493958" cy="1807198"/>
          </a:xfrm>
          <a:custGeom>
            <a:avLst/>
            <a:gdLst>
              <a:gd name="connsiteX0" fmla="*/ 7493958 w 7493958"/>
              <a:gd name="connsiteY0" fmla="*/ 0 h 1807198"/>
              <a:gd name="connsiteX1" fmla="*/ 0 w 7493958"/>
              <a:gd name="connsiteY1" fmla="*/ 0 h 1807198"/>
              <a:gd name="connsiteX2" fmla="*/ 0 w 7493958"/>
              <a:gd name="connsiteY2" fmla="*/ 1807198 h 1807198"/>
              <a:gd name="connsiteX3" fmla="*/ 7493958 w 7493958"/>
              <a:gd name="connsiteY3" fmla="*/ 1807198 h 1807198"/>
            </a:gdLst>
            <a:ahLst/>
            <a:cxnLst>
              <a:cxn ang="0">
                <a:pos x="connsiteX0" y="connsiteY0"/>
              </a:cxn>
              <a:cxn ang="0">
                <a:pos x="connsiteX1" y="connsiteY1"/>
              </a:cxn>
              <a:cxn ang="0">
                <a:pos x="connsiteX2" y="connsiteY2"/>
              </a:cxn>
              <a:cxn ang="0">
                <a:pos x="connsiteX3" y="connsiteY3"/>
              </a:cxn>
            </a:cxnLst>
            <a:rect l="l" t="t" r="r" b="b"/>
            <a:pathLst>
              <a:path w="7493958" h="1807198">
                <a:moveTo>
                  <a:pt x="7493958" y="0"/>
                </a:moveTo>
                <a:lnTo>
                  <a:pt x="0" y="0"/>
                </a:lnTo>
                <a:lnTo>
                  <a:pt x="0" y="1807198"/>
                </a:lnTo>
                <a:lnTo>
                  <a:pt x="7493958" y="1807198"/>
                </a:lnTo>
                <a:close/>
              </a:path>
            </a:pathLst>
          </a:custGeom>
        </p:spPr>
      </p:pic>
      <p:sp>
        <p:nvSpPr>
          <p:cNvPr id="8" name="Freeform 24">
            <a:extLst>
              <a:ext uri="{FF2B5EF4-FFF2-40B4-BE49-F238E27FC236}">
                <a16:creationId xmlns:a16="http://schemas.microsoft.com/office/drawing/2014/main" id="{50E14D9C-F921-BC70-06C5-A5EA5B6D0A7B}"/>
              </a:ext>
              <a:ext uri="{C183D7F6-B498-43B3-948B-1728B52AA6E4}">
                <adec:decorative xmlns:adec="http://schemas.microsoft.com/office/drawing/2017/decorative" val="1"/>
              </a:ext>
            </a:extLst>
          </p:cNvPr>
          <p:cNvSpPr/>
          <p:nvPr userDrawn="1"/>
        </p:nvSpPr>
        <p:spPr>
          <a:xfrm flipV="1">
            <a:off x="580429" y="5885690"/>
            <a:ext cx="3501038" cy="972311"/>
          </a:xfrm>
          <a:custGeom>
            <a:avLst/>
            <a:gdLst>
              <a:gd name="connsiteX0" fmla="*/ 1750519 w 3501038"/>
              <a:gd name="connsiteY0" fmla="*/ 972311 h 972311"/>
              <a:gd name="connsiteX1" fmla="*/ 3463737 w 3501038"/>
              <a:gd name="connsiteY1" fmla="*/ 61401 h 972311"/>
              <a:gd name="connsiteX2" fmla="*/ 3501038 w 3501038"/>
              <a:gd name="connsiteY2" fmla="*/ 0 h 972311"/>
              <a:gd name="connsiteX3" fmla="*/ 0 w 3501038"/>
              <a:gd name="connsiteY3" fmla="*/ 0 h 972311"/>
              <a:gd name="connsiteX4" fmla="*/ 37301 w 3501038"/>
              <a:gd name="connsiteY4" fmla="*/ 61401 h 972311"/>
              <a:gd name="connsiteX5" fmla="*/ 1750519 w 3501038"/>
              <a:gd name="connsiteY5" fmla="*/ 972311 h 97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1038" h="972311">
                <a:moveTo>
                  <a:pt x="1750519" y="972311"/>
                </a:moveTo>
                <a:cubicBezTo>
                  <a:pt x="2463681" y="972311"/>
                  <a:pt x="3092449" y="610979"/>
                  <a:pt x="3463737" y="61401"/>
                </a:cubicBezTo>
                <a:lnTo>
                  <a:pt x="3501038" y="0"/>
                </a:lnTo>
                <a:lnTo>
                  <a:pt x="0" y="0"/>
                </a:lnTo>
                <a:lnTo>
                  <a:pt x="37301" y="61401"/>
                </a:lnTo>
                <a:cubicBezTo>
                  <a:pt x="408589" y="610979"/>
                  <a:pt x="1037357" y="972311"/>
                  <a:pt x="1750519" y="972311"/>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Shape 10">
            <a:extLst>
              <a:ext uri="{FF2B5EF4-FFF2-40B4-BE49-F238E27FC236}">
                <a16:creationId xmlns:a16="http://schemas.microsoft.com/office/drawing/2014/main" id="{9052D5D9-AE58-DD9D-727D-1C56CD81B6F9}"/>
              </a:ext>
              <a:ext uri="{C183D7F6-B498-43B3-948B-1728B52AA6E4}">
                <adec:decorative xmlns:adec="http://schemas.microsoft.com/office/drawing/2017/decorative" val="1"/>
              </a:ext>
            </a:extLst>
          </p:cNvPr>
          <p:cNvSpPr/>
          <p:nvPr userDrawn="1"/>
        </p:nvSpPr>
        <p:spPr>
          <a:xfrm>
            <a:off x="8558800" y="4948819"/>
            <a:ext cx="3633200" cy="1909181"/>
          </a:xfrm>
          <a:custGeom>
            <a:avLst/>
            <a:gdLst>
              <a:gd name="connsiteX0" fmla="*/ 3633200 w 3633200"/>
              <a:gd name="connsiteY0" fmla="*/ 0 h 1909181"/>
              <a:gd name="connsiteX1" fmla="*/ 3633200 w 3633200"/>
              <a:gd name="connsiteY1" fmla="*/ 1909181 h 1909181"/>
              <a:gd name="connsiteX2" fmla="*/ 0 w 3633200"/>
              <a:gd name="connsiteY2" fmla="*/ 1909181 h 1909181"/>
              <a:gd name="connsiteX3" fmla="*/ 93750 w 3633200"/>
              <a:gd name="connsiteY3" fmla="*/ 1811399 h 1909181"/>
              <a:gd name="connsiteX4" fmla="*/ 1924918 w 3633200"/>
              <a:gd name="connsiteY4" fmla="*/ 1263638 h 1909181"/>
              <a:gd name="connsiteX5" fmla="*/ 2756912 w 3633200"/>
              <a:gd name="connsiteY5" fmla="*/ 1038610 h 1909181"/>
              <a:gd name="connsiteX6" fmla="*/ 3039524 w 3633200"/>
              <a:gd name="connsiteY6" fmla="*/ 795240 h 1909181"/>
              <a:gd name="connsiteX7" fmla="*/ 3627562 w 3633200"/>
              <a:gd name="connsiteY7" fmla="*/ 5818 h 1909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33200" h="1909181">
                <a:moveTo>
                  <a:pt x="3633200" y="0"/>
                </a:moveTo>
                <a:lnTo>
                  <a:pt x="3633200" y="1909181"/>
                </a:lnTo>
                <a:lnTo>
                  <a:pt x="0" y="1909181"/>
                </a:lnTo>
                <a:lnTo>
                  <a:pt x="93750" y="1811399"/>
                </a:lnTo>
                <a:cubicBezTo>
                  <a:pt x="559335" y="1384673"/>
                  <a:pt x="1301474" y="1240755"/>
                  <a:pt x="1924918" y="1263638"/>
                </a:cubicBezTo>
                <a:cubicBezTo>
                  <a:pt x="2304271" y="1276833"/>
                  <a:pt x="2507796" y="1198020"/>
                  <a:pt x="2756912" y="1038610"/>
                </a:cubicBezTo>
                <a:cubicBezTo>
                  <a:pt x="2860710" y="972190"/>
                  <a:pt x="2955795" y="890308"/>
                  <a:pt x="3039524" y="795240"/>
                </a:cubicBezTo>
                <a:cubicBezTo>
                  <a:pt x="3187383" y="635762"/>
                  <a:pt x="3364245" y="296298"/>
                  <a:pt x="3627562" y="5818"/>
                </a:cubicBezTo>
                <a:close/>
              </a:path>
            </a:pathLst>
          </a:custGeom>
          <a:solidFill>
            <a:schemeClr val="accent5"/>
          </a:solidFill>
          <a:ln w="316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11">
            <a:extLst>
              <a:ext uri="{FF2B5EF4-FFF2-40B4-BE49-F238E27FC236}">
                <a16:creationId xmlns:a16="http://schemas.microsoft.com/office/drawing/2014/main" id="{4AA1832A-296F-F6EB-4898-71502D9A3878}"/>
              </a:ext>
              <a:ext uri="{C183D7F6-B498-43B3-948B-1728B52AA6E4}">
                <adec:decorative xmlns:adec="http://schemas.microsoft.com/office/drawing/2017/decorative" val="1"/>
              </a:ext>
            </a:extLst>
          </p:cNvPr>
          <p:cNvSpPr/>
          <p:nvPr userDrawn="1"/>
        </p:nvSpPr>
        <p:spPr>
          <a:xfrm>
            <a:off x="0" y="0"/>
            <a:ext cx="1991252" cy="4572104"/>
          </a:xfrm>
          <a:custGeom>
            <a:avLst/>
            <a:gdLst>
              <a:gd name="connsiteX0" fmla="*/ 0 w 1991252"/>
              <a:gd name="connsiteY0" fmla="*/ 2138799 h 4572104"/>
              <a:gd name="connsiteX1" fmla="*/ 6705 w 1991252"/>
              <a:gd name="connsiteY1" fmla="*/ 2143576 h 4572104"/>
              <a:gd name="connsiteX2" fmla="*/ 516530 w 1991252"/>
              <a:gd name="connsiteY2" fmla="*/ 2534582 h 4572104"/>
              <a:gd name="connsiteX3" fmla="*/ 685548 w 1991252"/>
              <a:gd name="connsiteY3" fmla="*/ 3451134 h 4572104"/>
              <a:gd name="connsiteX4" fmla="*/ 60148 w 1991252"/>
              <a:gd name="connsiteY4" fmla="*/ 4521457 h 4572104"/>
              <a:gd name="connsiteX5" fmla="*/ 0 w 1991252"/>
              <a:gd name="connsiteY5" fmla="*/ 4572104 h 4572104"/>
              <a:gd name="connsiteX6" fmla="*/ 0 w 1991252"/>
              <a:gd name="connsiteY6" fmla="*/ 0 h 4572104"/>
              <a:gd name="connsiteX7" fmla="*/ 1991252 w 1991252"/>
              <a:gd name="connsiteY7" fmla="*/ 0 h 4572104"/>
              <a:gd name="connsiteX8" fmla="*/ 1947397 w 1991252"/>
              <a:gd name="connsiteY8" fmla="*/ 93155 h 4572104"/>
              <a:gd name="connsiteX9" fmla="*/ 1818489 w 1991252"/>
              <a:gd name="connsiteY9" fmla="*/ 279679 h 4572104"/>
              <a:gd name="connsiteX10" fmla="*/ 763951 w 1991252"/>
              <a:gd name="connsiteY10" fmla="*/ 856979 h 4572104"/>
              <a:gd name="connsiteX11" fmla="*/ 44441 w 1991252"/>
              <a:gd name="connsiteY11" fmla="*/ 1105345 h 4572104"/>
              <a:gd name="connsiteX12" fmla="*/ 0 w 1991252"/>
              <a:gd name="connsiteY12" fmla="*/ 1133371 h 457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1252" h="4572104">
                <a:moveTo>
                  <a:pt x="0" y="2138799"/>
                </a:moveTo>
                <a:lnTo>
                  <a:pt x="6705" y="2143576"/>
                </a:lnTo>
                <a:cubicBezTo>
                  <a:pt x="195773" y="2267705"/>
                  <a:pt x="406581" y="2377529"/>
                  <a:pt x="516530" y="2534582"/>
                </a:cubicBezTo>
                <a:cubicBezTo>
                  <a:pt x="696394" y="2804803"/>
                  <a:pt x="754748" y="3134725"/>
                  <a:pt x="685548" y="3451134"/>
                </a:cubicBezTo>
                <a:cubicBezTo>
                  <a:pt x="607573" y="3849685"/>
                  <a:pt x="375193" y="4238508"/>
                  <a:pt x="60148" y="4521457"/>
                </a:cubicBezTo>
                <a:lnTo>
                  <a:pt x="0" y="4572104"/>
                </a:lnTo>
                <a:close/>
                <a:moveTo>
                  <a:pt x="0" y="0"/>
                </a:moveTo>
                <a:lnTo>
                  <a:pt x="1991252" y="0"/>
                </a:lnTo>
                <a:lnTo>
                  <a:pt x="1947397" y="93155"/>
                </a:lnTo>
                <a:cubicBezTo>
                  <a:pt x="1909773" y="158891"/>
                  <a:pt x="1866874" y="221286"/>
                  <a:pt x="1818489" y="279679"/>
                </a:cubicBezTo>
                <a:cubicBezTo>
                  <a:pt x="1586623" y="558208"/>
                  <a:pt x="1093740" y="786286"/>
                  <a:pt x="763951" y="856979"/>
                </a:cubicBezTo>
                <a:cubicBezTo>
                  <a:pt x="588836" y="892826"/>
                  <a:pt x="291439" y="973000"/>
                  <a:pt x="44441" y="1105345"/>
                </a:cubicBezTo>
                <a:lnTo>
                  <a:pt x="0" y="1133371"/>
                </a:lnTo>
                <a:close/>
              </a:path>
            </a:pathLst>
          </a:custGeom>
          <a:solidFill>
            <a:schemeClr val="accent3">
              <a:lumMod val="20000"/>
              <a:lumOff val="80000"/>
            </a:schemeClr>
          </a:solidFill>
          <a:ln w="2883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Block Arc 10">
            <a:extLst>
              <a:ext uri="{FF2B5EF4-FFF2-40B4-BE49-F238E27FC236}">
                <a16:creationId xmlns:a16="http://schemas.microsoft.com/office/drawing/2014/main" id="{BEF5AD5C-8D5B-14F6-F688-592B022821E7}"/>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63343CA5-4CA0-41D9-7ED0-D8D9D96A1D36}"/>
              </a:ext>
            </a:extLst>
          </p:cNvPr>
          <p:cNvSpPr>
            <a:spLocks noGrp="1"/>
          </p:cNvSpPr>
          <p:nvPr>
            <p:ph type="title" hasCustomPrompt="1"/>
          </p:nvPr>
        </p:nvSpPr>
        <p:spPr>
          <a:xfrm>
            <a:off x="915924" y="914400"/>
            <a:ext cx="10360152" cy="3657600"/>
          </a:xfrm>
        </p:spPr>
        <p:txBody>
          <a:bodyPr anchor="b">
            <a:noAutofit/>
          </a:bodyPr>
          <a:lstStyle>
            <a:lvl1pPr algn="ctr">
              <a:lnSpc>
                <a:spcPct val="75000"/>
              </a:lnSpc>
              <a:defRPr sz="5400" cap="all" spc="600" baseline="0"/>
            </a:lvl1pPr>
          </a:lstStyle>
          <a:p>
            <a:r>
              <a:rPr lang="en-US" dirty="0"/>
              <a:t>Click to add title</a:t>
            </a:r>
          </a:p>
        </p:txBody>
      </p:sp>
      <p:sp>
        <p:nvSpPr>
          <p:cNvPr id="15" name="Content Placeholder 14">
            <a:extLst>
              <a:ext uri="{FF2B5EF4-FFF2-40B4-BE49-F238E27FC236}">
                <a16:creationId xmlns:a16="http://schemas.microsoft.com/office/drawing/2014/main" id="{FFB058F7-2BE2-A189-1B03-F472C5510883}"/>
              </a:ext>
            </a:extLst>
          </p:cNvPr>
          <p:cNvSpPr>
            <a:spLocks noGrp="1"/>
          </p:cNvSpPr>
          <p:nvPr>
            <p:ph sz="quarter" idx="10" hasCustomPrompt="1"/>
          </p:nvPr>
        </p:nvSpPr>
        <p:spPr>
          <a:xfrm>
            <a:off x="1630363" y="5006113"/>
            <a:ext cx="8931275" cy="17208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264119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1">
    <p:bg>
      <p:bgPr>
        <a:solidFill>
          <a:schemeClr val="tx1"/>
        </a:solidFill>
        <a:effectLst/>
      </p:bgPr>
    </p:bg>
    <p:spTree>
      <p:nvGrpSpPr>
        <p:cNvPr id="1" name=""/>
        <p:cNvGrpSpPr/>
        <p:nvPr/>
      </p:nvGrpSpPr>
      <p:grpSpPr>
        <a:xfrm>
          <a:off x="0" y="0"/>
          <a:ext cx="0" cy="0"/>
          <a:chOff x="0" y="0"/>
          <a:chExt cx="0" cy="0"/>
        </a:xfrm>
      </p:grpSpPr>
      <p:sp>
        <p:nvSpPr>
          <p:cNvPr id="4" name="Freeform: Shape 11">
            <a:extLst>
              <a:ext uri="{FF2B5EF4-FFF2-40B4-BE49-F238E27FC236}">
                <a16:creationId xmlns:a16="http://schemas.microsoft.com/office/drawing/2014/main" id="{ACDE134D-DD43-3620-325A-4A99219D8834}"/>
              </a:ext>
              <a:ext uri="{C183D7F6-B498-43B3-948B-1728B52AA6E4}">
                <adec:decorative xmlns:adec="http://schemas.microsoft.com/office/drawing/2017/decorative" val="1"/>
              </a:ext>
            </a:extLst>
          </p:cNvPr>
          <p:cNvSpPr/>
          <p:nvPr userDrawn="1"/>
        </p:nvSpPr>
        <p:spPr>
          <a:xfrm>
            <a:off x="0" y="4413576"/>
            <a:ext cx="2600243" cy="2444424"/>
          </a:xfrm>
          <a:custGeom>
            <a:avLst/>
            <a:gdLst>
              <a:gd name="connsiteX0" fmla="*/ 458924 w 2600243"/>
              <a:gd name="connsiteY0" fmla="*/ 637 h 2444424"/>
              <a:gd name="connsiteX1" fmla="*/ 562733 w 2600243"/>
              <a:gd name="connsiteY1" fmla="*/ 8107 h 2444424"/>
              <a:gd name="connsiteX2" fmla="*/ 1359862 w 2600243"/>
              <a:gd name="connsiteY2" fmla="*/ 869200 h 2444424"/>
              <a:gd name="connsiteX3" fmla="*/ 1443944 w 2600243"/>
              <a:gd name="connsiteY3" fmla="*/ 1395455 h 2444424"/>
              <a:gd name="connsiteX4" fmla="*/ 1892284 w 2600243"/>
              <a:gd name="connsiteY4" fmla="*/ 1603510 h 2444424"/>
              <a:gd name="connsiteX5" fmla="*/ 2589282 w 2600243"/>
              <a:gd name="connsiteY5" fmla="*/ 2338245 h 2444424"/>
              <a:gd name="connsiteX6" fmla="*/ 2600243 w 2600243"/>
              <a:gd name="connsiteY6" fmla="*/ 2444424 h 2444424"/>
              <a:gd name="connsiteX7" fmla="*/ 0 w 2600243"/>
              <a:gd name="connsiteY7" fmla="*/ 2444424 h 2444424"/>
              <a:gd name="connsiteX8" fmla="*/ 0 w 2600243"/>
              <a:gd name="connsiteY8" fmla="*/ 70818 h 2444424"/>
              <a:gd name="connsiteX9" fmla="*/ 49869 w 2600243"/>
              <a:gd name="connsiteY9" fmla="*/ 53717 h 2444424"/>
              <a:gd name="connsiteX10" fmla="*/ 458924 w 2600243"/>
              <a:gd name="connsiteY10" fmla="*/ 637 h 2444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0243" h="2444424">
                <a:moveTo>
                  <a:pt x="458924" y="637"/>
                </a:moveTo>
                <a:cubicBezTo>
                  <a:pt x="493548" y="1725"/>
                  <a:pt x="528182" y="4210"/>
                  <a:pt x="562733" y="8107"/>
                </a:cubicBezTo>
                <a:cubicBezTo>
                  <a:pt x="1012449" y="72734"/>
                  <a:pt x="1311790" y="431204"/>
                  <a:pt x="1359862" y="869200"/>
                </a:cubicBezTo>
                <a:cubicBezTo>
                  <a:pt x="1377560" y="1029024"/>
                  <a:pt x="1339048" y="1256941"/>
                  <a:pt x="1443944" y="1395455"/>
                </a:cubicBezTo>
                <a:cubicBezTo>
                  <a:pt x="1541160" y="1521546"/>
                  <a:pt x="1747337" y="1549218"/>
                  <a:pt x="1892284" y="1603510"/>
                </a:cubicBezTo>
                <a:cubicBezTo>
                  <a:pt x="2201784" y="1722676"/>
                  <a:pt x="2528982" y="2001668"/>
                  <a:pt x="2589282" y="2338245"/>
                </a:cubicBezTo>
                <a:lnTo>
                  <a:pt x="2600243" y="2444424"/>
                </a:lnTo>
                <a:lnTo>
                  <a:pt x="0" y="2444424"/>
                </a:lnTo>
                <a:lnTo>
                  <a:pt x="0" y="70818"/>
                </a:lnTo>
                <a:lnTo>
                  <a:pt x="49869" y="53717"/>
                </a:lnTo>
                <a:cubicBezTo>
                  <a:pt x="182087" y="14283"/>
                  <a:pt x="320427" y="-3717"/>
                  <a:pt x="458924" y="637"/>
                </a:cubicBezTo>
                <a:close/>
              </a:path>
            </a:pathLst>
          </a:custGeom>
          <a:solidFill>
            <a:schemeClr val="accent6"/>
          </a:solidFill>
          <a:ln w="12762"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1806163"/>
          </a:xfrm>
          <a:prstGeom prst="rect">
            <a:avLst/>
          </a:prstGeom>
        </p:spPr>
        <p:txBody>
          <a:bodyPr vert="horz" lIns="0" tIns="45720" rIns="91440" bIns="45720" rtlCol="0" anchor="t">
            <a:noAutofit/>
          </a:bodyPr>
          <a:lstStyle>
            <a:lvl1pPr>
              <a:defRPr sz="3200" cap="all"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2652607" y="2343150"/>
            <a:ext cx="8828193" cy="4359402"/>
          </a:xfrm>
        </p:spPr>
        <p:txBody>
          <a:bodyPr>
            <a:normAutofit/>
          </a:bodyPr>
          <a:lstStyle>
            <a:lvl1pPr>
              <a:lnSpc>
                <a:spcPct val="100000"/>
              </a:lnSpc>
              <a:spcBef>
                <a:spcPts val="600"/>
              </a:spcBef>
              <a:spcAft>
                <a:spcPts val="1200"/>
              </a:spcAft>
              <a:defRPr sz="2000"/>
            </a:lvl1pPr>
            <a:lvl2pPr>
              <a:lnSpc>
                <a:spcPct val="100000"/>
              </a:lnSpc>
              <a:spcBef>
                <a:spcPts val="600"/>
              </a:spcBef>
              <a:spcAft>
                <a:spcPts val="1200"/>
              </a:spcAft>
              <a:defRPr sz="1800"/>
            </a:lvl2pPr>
            <a:lvl3pPr>
              <a:lnSpc>
                <a:spcPct val="100000"/>
              </a:lnSpc>
              <a:spcBef>
                <a:spcPts val="600"/>
              </a:spcBef>
              <a:spcAft>
                <a:spcPts val="1200"/>
              </a:spcAft>
              <a:defRPr sz="1600"/>
            </a:lvl3pPr>
            <a:lvl4pPr>
              <a:lnSpc>
                <a:spcPct val="100000"/>
              </a:lnSpc>
              <a:spcBef>
                <a:spcPts val="600"/>
              </a:spcBef>
              <a:spcAft>
                <a:spcPts val="1200"/>
              </a:spcAft>
              <a:defRPr sz="1400"/>
            </a:lvl4pPr>
            <a:lvl5pPr>
              <a:lnSpc>
                <a:spcPct val="100000"/>
              </a:lnSpc>
              <a:spcBef>
                <a:spcPts val="600"/>
              </a:spcBef>
              <a:spcAft>
                <a:spcPts val="12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733096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 Title + Content 1">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6" name="Freeform 19">
            <a:extLst>
              <a:ext uri="{FF2B5EF4-FFF2-40B4-BE49-F238E27FC236}">
                <a16:creationId xmlns:a16="http://schemas.microsoft.com/office/drawing/2014/main" id="{30948FD6-EB3A-E209-9FB2-BA50C6FFA815}"/>
              </a:ext>
              <a:ext uri="{C183D7F6-B498-43B3-948B-1728B52AA6E4}">
                <adec:decorative xmlns:adec="http://schemas.microsoft.com/office/drawing/2017/decorative" val="1"/>
              </a:ext>
            </a:extLst>
          </p:cNvPr>
          <p:cNvSpPr/>
          <p:nvPr userDrawn="1"/>
        </p:nvSpPr>
        <p:spPr>
          <a:xfrm>
            <a:off x="0" y="1"/>
            <a:ext cx="3385345" cy="492455"/>
          </a:xfrm>
          <a:custGeom>
            <a:avLst/>
            <a:gdLst>
              <a:gd name="connsiteX0" fmla="*/ 0 w 3385345"/>
              <a:gd name="connsiteY0" fmla="*/ 0 h 492455"/>
              <a:gd name="connsiteX1" fmla="*/ 3385345 w 3385345"/>
              <a:gd name="connsiteY1" fmla="*/ 0 h 492455"/>
              <a:gd name="connsiteX2" fmla="*/ 3348503 w 3385345"/>
              <a:gd name="connsiteY2" fmla="*/ 44581 h 492455"/>
              <a:gd name="connsiteX3" fmla="*/ 967215 w 3385345"/>
              <a:gd name="connsiteY3" fmla="*/ 241508 h 492455"/>
              <a:gd name="connsiteX4" fmla="*/ 108843 w 3385345"/>
              <a:gd name="connsiteY4" fmla="*/ 163732 h 492455"/>
              <a:gd name="connsiteX5" fmla="*/ 0 w 3385345"/>
              <a:gd name="connsiteY5" fmla="*/ 195744 h 492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5345" h="492455">
                <a:moveTo>
                  <a:pt x="0" y="0"/>
                </a:moveTo>
                <a:lnTo>
                  <a:pt x="3385345" y="0"/>
                </a:lnTo>
                <a:lnTo>
                  <a:pt x="3348503" y="44581"/>
                </a:lnTo>
                <a:cubicBezTo>
                  <a:pt x="2752694" y="665259"/>
                  <a:pt x="1716966" y="550750"/>
                  <a:pt x="967215" y="241508"/>
                </a:cubicBezTo>
                <a:cubicBezTo>
                  <a:pt x="616031" y="97448"/>
                  <a:pt x="397804" y="100710"/>
                  <a:pt x="108843" y="163732"/>
                </a:cubicBezTo>
                <a:lnTo>
                  <a:pt x="0" y="195744"/>
                </a:lnTo>
                <a:close/>
              </a:path>
            </a:pathLst>
          </a:custGeom>
          <a:solidFill>
            <a:schemeClr val="accent6"/>
          </a:solidFill>
          <a:ln w="3482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0" name="Freeform: Shape 4">
            <a:extLst>
              <a:ext uri="{FF2B5EF4-FFF2-40B4-BE49-F238E27FC236}">
                <a16:creationId xmlns:a16="http://schemas.microsoft.com/office/drawing/2014/main" id="{1FF07184-0225-A61B-4E28-216D83D9F46A}"/>
              </a:ext>
              <a:ext uri="{C183D7F6-B498-43B3-948B-1728B52AA6E4}">
                <adec:decorative xmlns:adec="http://schemas.microsoft.com/office/drawing/2017/decorative" val="1"/>
              </a:ext>
            </a:extLst>
          </p:cNvPr>
          <p:cNvSpPr/>
          <p:nvPr userDrawn="1"/>
        </p:nvSpPr>
        <p:spPr>
          <a:xfrm>
            <a:off x="1" y="5404026"/>
            <a:ext cx="1948461" cy="1453974"/>
          </a:xfrm>
          <a:custGeom>
            <a:avLst/>
            <a:gdLst>
              <a:gd name="connsiteX0" fmla="*/ 0 w 1948461"/>
              <a:gd name="connsiteY0" fmla="*/ 0 h 1453974"/>
              <a:gd name="connsiteX1" fmla="*/ 32434 w 1948461"/>
              <a:gd name="connsiteY1" fmla="*/ 41394 h 1453974"/>
              <a:gd name="connsiteX2" fmla="*/ 611626 w 1948461"/>
              <a:gd name="connsiteY2" fmla="*/ 508597 h 1453974"/>
              <a:gd name="connsiteX3" fmla="*/ 1902163 w 1948461"/>
              <a:gd name="connsiteY3" fmla="*/ 1370646 h 1453974"/>
              <a:gd name="connsiteX4" fmla="*/ 1948461 w 1948461"/>
              <a:gd name="connsiteY4" fmla="*/ 1453974 h 1453974"/>
              <a:gd name="connsiteX5" fmla="*/ 0 w 1948461"/>
              <a:gd name="connsiteY5" fmla="*/ 1453974 h 1453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8461" h="1453974">
                <a:moveTo>
                  <a:pt x="0" y="0"/>
                </a:moveTo>
                <a:lnTo>
                  <a:pt x="32434" y="41394"/>
                </a:lnTo>
                <a:cubicBezTo>
                  <a:pt x="190803" y="222210"/>
                  <a:pt x="377048" y="387079"/>
                  <a:pt x="611626" y="508597"/>
                </a:cubicBezTo>
                <a:cubicBezTo>
                  <a:pt x="1000743" y="710195"/>
                  <a:pt x="1598725" y="895624"/>
                  <a:pt x="1902163" y="1370646"/>
                </a:cubicBezTo>
                <a:lnTo>
                  <a:pt x="1948461" y="1453974"/>
                </a:lnTo>
                <a:lnTo>
                  <a:pt x="0" y="1453974"/>
                </a:lnTo>
                <a:close/>
              </a:path>
            </a:pathLst>
          </a:custGeom>
          <a:solidFill>
            <a:schemeClr val="accent5"/>
          </a:solidFill>
          <a:ln w="150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8" name="Freeform 20">
            <a:extLst>
              <a:ext uri="{FF2B5EF4-FFF2-40B4-BE49-F238E27FC236}">
                <a16:creationId xmlns:a16="http://schemas.microsoft.com/office/drawing/2014/main" id="{6AEDCC27-3D2D-8BF3-A3A5-7B4D718100A6}"/>
              </a:ext>
              <a:ext uri="{C183D7F6-B498-43B3-948B-1728B52AA6E4}">
                <adec:decorative xmlns:adec="http://schemas.microsoft.com/office/drawing/2017/decorative" val="1"/>
              </a:ext>
            </a:extLst>
          </p:cNvPr>
          <p:cNvSpPr/>
          <p:nvPr userDrawn="1"/>
        </p:nvSpPr>
        <p:spPr>
          <a:xfrm rot="10800000" flipV="1">
            <a:off x="10995246" y="0"/>
            <a:ext cx="1218019" cy="1324951"/>
          </a:xfrm>
          <a:custGeom>
            <a:avLst/>
            <a:gdLst>
              <a:gd name="connsiteX0" fmla="*/ 1218019 w 1218019"/>
              <a:gd name="connsiteY0" fmla="*/ 0 h 1324951"/>
              <a:gd name="connsiteX1" fmla="*/ 0 w 1218019"/>
              <a:gd name="connsiteY1" fmla="*/ 0 h 1324951"/>
              <a:gd name="connsiteX2" fmla="*/ 0 w 1218019"/>
              <a:gd name="connsiteY2" fmla="*/ 1324951 h 1324951"/>
              <a:gd name="connsiteX3" fmla="*/ 44025 w 1218019"/>
              <a:gd name="connsiteY3" fmla="*/ 1308837 h 1324951"/>
              <a:gd name="connsiteX4" fmla="*/ 1213001 w 1218019"/>
              <a:gd name="connsiteY4" fmla="*/ 19515 h 1324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8019" h="1324951">
                <a:moveTo>
                  <a:pt x="1218019" y="0"/>
                </a:moveTo>
                <a:lnTo>
                  <a:pt x="0" y="0"/>
                </a:lnTo>
                <a:lnTo>
                  <a:pt x="0" y="1324951"/>
                </a:lnTo>
                <a:lnTo>
                  <a:pt x="44025" y="1308837"/>
                </a:lnTo>
                <a:cubicBezTo>
                  <a:pt x="600182" y="1073602"/>
                  <a:pt x="1031901" y="601768"/>
                  <a:pt x="1213001" y="19515"/>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21">
            <a:extLst>
              <a:ext uri="{FF2B5EF4-FFF2-40B4-BE49-F238E27FC236}">
                <a16:creationId xmlns:a16="http://schemas.microsoft.com/office/drawing/2014/main" id="{958ACB73-92C2-C4E9-8121-A1F481E780D1}"/>
              </a:ext>
              <a:ext uri="{C183D7F6-B498-43B3-948B-1728B52AA6E4}">
                <adec:decorative xmlns:adec="http://schemas.microsoft.com/office/drawing/2017/decorative" val="1"/>
              </a:ext>
            </a:extLst>
          </p:cNvPr>
          <p:cNvSpPr/>
          <p:nvPr userDrawn="1"/>
        </p:nvSpPr>
        <p:spPr>
          <a:xfrm>
            <a:off x="9467686" y="6369613"/>
            <a:ext cx="2355305" cy="488389"/>
          </a:xfrm>
          <a:custGeom>
            <a:avLst/>
            <a:gdLst>
              <a:gd name="connsiteX0" fmla="*/ 1090338 w 2355305"/>
              <a:gd name="connsiteY0" fmla="*/ 249 h 488389"/>
              <a:gd name="connsiteX1" fmla="*/ 1849675 w 2355305"/>
              <a:gd name="connsiteY1" fmla="*/ 151843 h 488389"/>
              <a:gd name="connsiteX2" fmla="*/ 2295970 w 2355305"/>
              <a:gd name="connsiteY2" fmla="*/ 431858 h 488389"/>
              <a:gd name="connsiteX3" fmla="*/ 2355305 w 2355305"/>
              <a:gd name="connsiteY3" fmla="*/ 488389 h 488389"/>
              <a:gd name="connsiteX4" fmla="*/ 0 w 2355305"/>
              <a:gd name="connsiteY4" fmla="*/ 488389 h 488389"/>
              <a:gd name="connsiteX5" fmla="*/ 136773 w 2355305"/>
              <a:gd name="connsiteY5" fmla="*/ 341166 h 488389"/>
              <a:gd name="connsiteX6" fmla="*/ 350829 w 2355305"/>
              <a:gd name="connsiteY6" fmla="*/ 189936 h 488389"/>
              <a:gd name="connsiteX7" fmla="*/ 1090338 w 2355305"/>
              <a:gd name="connsiteY7" fmla="*/ 249 h 488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5305" h="488389">
                <a:moveTo>
                  <a:pt x="1090338" y="249"/>
                </a:moveTo>
                <a:cubicBezTo>
                  <a:pt x="1350361" y="-4090"/>
                  <a:pt x="1613690" y="48451"/>
                  <a:pt x="1849675" y="151843"/>
                </a:cubicBezTo>
                <a:cubicBezTo>
                  <a:pt x="2012239" y="223978"/>
                  <a:pt x="2163046" y="317800"/>
                  <a:pt x="2295970" y="431858"/>
                </a:cubicBezTo>
                <a:lnTo>
                  <a:pt x="2355305" y="488389"/>
                </a:lnTo>
                <a:lnTo>
                  <a:pt x="0" y="488389"/>
                </a:lnTo>
                <a:lnTo>
                  <a:pt x="136773" y="341166"/>
                </a:lnTo>
                <a:cubicBezTo>
                  <a:pt x="197432" y="287686"/>
                  <a:pt x="267562" y="237210"/>
                  <a:pt x="350829" y="189936"/>
                </a:cubicBezTo>
                <a:cubicBezTo>
                  <a:pt x="573595" y="65807"/>
                  <a:pt x="830314" y="4588"/>
                  <a:pt x="1090338" y="249"/>
                </a:cubicBezTo>
                <a:close/>
              </a:path>
            </a:pathLst>
          </a:custGeom>
          <a:solidFill>
            <a:schemeClr val="accent2"/>
          </a:solidFill>
          <a:ln w="29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p:nvPr>
        </p:nvSpPr>
        <p:spPr>
          <a:xfrm>
            <a:off x="5435600" y="914400"/>
            <a:ext cx="5843016" cy="3822192"/>
          </a:xfrm>
          <a:prstGeom prst="rect">
            <a:avLst/>
          </a:prstGeom>
        </p:spPr>
        <p:txBody>
          <a:bodyPr vert="horz" lIns="0" tIns="45720" rIns="0" bIns="45720" rtlCol="0" anchor="b">
            <a:noAutofit/>
          </a:bodyPr>
          <a:lstStyle>
            <a:lvl1pPr>
              <a:lnSpc>
                <a:spcPct val="75000"/>
              </a:lnSpc>
              <a:defRPr sz="5400" cap="all" spc="0" baseline="0"/>
            </a:lvl1pPr>
          </a:lstStyle>
          <a:p>
            <a:endParaRPr lang="en-US" dirty="0"/>
          </a:p>
        </p:txBody>
      </p:sp>
      <p:sp>
        <p:nvSpPr>
          <p:cNvPr id="5" name="Picture Placeholder 4">
            <a:extLst>
              <a:ext uri="{FF2B5EF4-FFF2-40B4-BE49-F238E27FC236}">
                <a16:creationId xmlns:a16="http://schemas.microsoft.com/office/drawing/2014/main" id="{268F3615-70B1-95E3-FD7B-A65D25151BAB}"/>
              </a:ext>
            </a:extLst>
          </p:cNvPr>
          <p:cNvSpPr>
            <a:spLocks noGrp="1"/>
          </p:cNvSpPr>
          <p:nvPr>
            <p:ph type="pic" sz="quarter" idx="11"/>
          </p:nvPr>
        </p:nvSpPr>
        <p:spPr>
          <a:xfrm>
            <a:off x="0" y="0"/>
            <a:ext cx="4943475" cy="6858000"/>
          </a:xfrm>
          <a:custGeom>
            <a:avLst/>
            <a:gdLst>
              <a:gd name="connsiteX0" fmla="*/ 0 w 4943475"/>
              <a:gd name="connsiteY0" fmla="*/ 0 h 6858000"/>
              <a:gd name="connsiteX1" fmla="*/ 4943475 w 4943475"/>
              <a:gd name="connsiteY1" fmla="*/ 0 h 6858000"/>
              <a:gd name="connsiteX2" fmla="*/ 4943475 w 4943475"/>
              <a:gd name="connsiteY2" fmla="*/ 6858000 h 6858000"/>
              <a:gd name="connsiteX3" fmla="*/ 1948462 w 4943475"/>
              <a:gd name="connsiteY3" fmla="*/ 6858000 h 6858000"/>
              <a:gd name="connsiteX4" fmla="*/ 1902164 w 4943475"/>
              <a:gd name="connsiteY4" fmla="*/ 6774672 h 6858000"/>
              <a:gd name="connsiteX5" fmla="*/ 611627 w 4943475"/>
              <a:gd name="connsiteY5" fmla="*/ 5912623 h 6858000"/>
              <a:gd name="connsiteX6" fmla="*/ 32435 w 4943475"/>
              <a:gd name="connsiteY6" fmla="*/ 5445420 h 6858000"/>
              <a:gd name="connsiteX7" fmla="*/ 1 w 4943475"/>
              <a:gd name="connsiteY7" fmla="*/ 5404026 h 6858000"/>
              <a:gd name="connsiteX8" fmla="*/ 1 w 4943475"/>
              <a:gd name="connsiteY8" fmla="*/ 6858000 h 6858000"/>
              <a:gd name="connsiteX9" fmla="*/ 0 w 4943475"/>
              <a:gd name="connsiteY9" fmla="*/ 6858000 h 6858000"/>
              <a:gd name="connsiteX10" fmla="*/ 0 w 4943475"/>
              <a:gd name="connsiteY10" fmla="*/ 195745 h 6858000"/>
              <a:gd name="connsiteX11" fmla="*/ 108843 w 4943475"/>
              <a:gd name="connsiteY11" fmla="*/ 163733 h 6858000"/>
              <a:gd name="connsiteX12" fmla="*/ 967215 w 4943475"/>
              <a:gd name="connsiteY12" fmla="*/ 241509 h 6858000"/>
              <a:gd name="connsiteX13" fmla="*/ 3348503 w 4943475"/>
              <a:gd name="connsiteY13" fmla="*/ 44582 h 6858000"/>
              <a:gd name="connsiteX14" fmla="*/ 3385345 w 4943475"/>
              <a:gd name="connsiteY14" fmla="*/ 1 h 6858000"/>
              <a:gd name="connsiteX15" fmla="*/ 0 w 4943475"/>
              <a:gd name="connsiteY1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43475" h="6858000">
                <a:moveTo>
                  <a:pt x="0" y="0"/>
                </a:moveTo>
                <a:lnTo>
                  <a:pt x="4943475" y="0"/>
                </a:lnTo>
                <a:lnTo>
                  <a:pt x="4943475" y="6858000"/>
                </a:lnTo>
                <a:lnTo>
                  <a:pt x="1948462" y="6858000"/>
                </a:lnTo>
                <a:lnTo>
                  <a:pt x="1902164" y="6774672"/>
                </a:lnTo>
                <a:cubicBezTo>
                  <a:pt x="1598726" y="6299650"/>
                  <a:pt x="1000744" y="6114221"/>
                  <a:pt x="611627" y="5912623"/>
                </a:cubicBezTo>
                <a:cubicBezTo>
                  <a:pt x="377049" y="5791105"/>
                  <a:pt x="190804" y="5626236"/>
                  <a:pt x="32435" y="5445420"/>
                </a:cubicBezTo>
                <a:lnTo>
                  <a:pt x="1" y="5404026"/>
                </a:lnTo>
                <a:lnTo>
                  <a:pt x="1" y="6858000"/>
                </a:lnTo>
                <a:lnTo>
                  <a:pt x="0" y="6858000"/>
                </a:lnTo>
                <a:lnTo>
                  <a:pt x="0" y="195745"/>
                </a:lnTo>
                <a:lnTo>
                  <a:pt x="108843" y="163733"/>
                </a:lnTo>
                <a:cubicBezTo>
                  <a:pt x="397804" y="100711"/>
                  <a:pt x="616031" y="97449"/>
                  <a:pt x="967215" y="241509"/>
                </a:cubicBezTo>
                <a:cubicBezTo>
                  <a:pt x="1716966" y="550751"/>
                  <a:pt x="2752694" y="665260"/>
                  <a:pt x="3348503" y="44582"/>
                </a:cubicBezTo>
                <a:lnTo>
                  <a:pt x="3385345" y="1"/>
                </a:lnTo>
                <a:lnTo>
                  <a:pt x="0" y="1"/>
                </a:lnTo>
                <a:close/>
              </a:path>
            </a:pathLst>
          </a:custGeom>
        </p:spPr>
        <p:txBody>
          <a:bodyPr wrap="square" tIns="548640">
            <a:noAutofit/>
          </a:bodyPr>
          <a:lstStyle>
            <a:lvl1pPr marL="0" indent="0" algn="ctr">
              <a:buNone/>
              <a:defRPr/>
            </a:lvl1pPr>
          </a:lstStyle>
          <a:p>
            <a:r>
              <a:rPr lang="en-US" dirty="0"/>
              <a:t>Click icon to add picture</a:t>
            </a:r>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5435600" y="4956902"/>
            <a:ext cx="5718896" cy="1745649"/>
          </a:xfrm>
        </p:spPr>
        <p:txBody>
          <a:bodyPr>
            <a:normAutofit/>
          </a:bodyPr>
          <a:lstStyle>
            <a:lvl1pPr marL="0" indent="0">
              <a:lnSpc>
                <a:spcPct val="100000"/>
              </a:lnSpc>
              <a:spcBef>
                <a:spcPts val="600"/>
              </a:spcBef>
              <a:spcAft>
                <a:spcPts val="1200"/>
              </a:spcAft>
              <a:buNone/>
              <a:defRPr sz="2400"/>
            </a:lvl1pPr>
            <a:lvl2pPr marL="457200" indent="0">
              <a:lnSpc>
                <a:spcPct val="100000"/>
              </a:lnSpc>
              <a:spcBef>
                <a:spcPts val="600"/>
              </a:spcBef>
              <a:spcAft>
                <a:spcPts val="1200"/>
              </a:spcAft>
              <a:buNone/>
              <a:defRPr sz="2000"/>
            </a:lvl2pPr>
            <a:lvl3pPr marL="914400" indent="0">
              <a:lnSpc>
                <a:spcPct val="100000"/>
              </a:lnSpc>
              <a:spcBef>
                <a:spcPts val="600"/>
              </a:spcBef>
              <a:spcAft>
                <a:spcPts val="1200"/>
              </a:spcAft>
              <a:buNone/>
              <a:defRPr sz="1800"/>
            </a:lvl3pPr>
            <a:lvl4pPr marL="1371600" indent="0">
              <a:lnSpc>
                <a:spcPct val="100000"/>
              </a:lnSpc>
              <a:spcBef>
                <a:spcPts val="600"/>
              </a:spcBef>
              <a:spcAft>
                <a:spcPts val="1200"/>
              </a:spcAft>
              <a:buNone/>
              <a:defRPr sz="1600"/>
            </a:lvl4pPr>
            <a:lvl5pPr marL="1828800" indent="0">
              <a:lnSpc>
                <a:spcPct val="100000"/>
              </a:lnSpc>
              <a:spcBef>
                <a:spcPts val="600"/>
              </a:spcBef>
              <a:spcAft>
                <a:spcPts val="1200"/>
              </a:spcAft>
              <a:buNone/>
              <a:defRPr sz="1600"/>
            </a:lvl5pPr>
          </a:lstStyle>
          <a:p>
            <a:pPr lvl="0"/>
            <a:r>
              <a:rPr lang="en-US" dirty="0"/>
              <a:t>Click to add content</a:t>
            </a:r>
          </a:p>
          <a:p>
            <a:pPr lvl="1"/>
            <a:r>
              <a:rPr lang="en-US" dirty="0"/>
              <a:t>Second level</a:t>
            </a:r>
          </a:p>
          <a:p>
            <a:pPr lvl="2"/>
            <a:r>
              <a:rPr lang="en-US" dirty="0"/>
              <a:t>Third level</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171749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1">
    <p:bg>
      <p:bgPr>
        <a:solidFill>
          <a:schemeClr val="tx1"/>
        </a:solidFill>
        <a:effectLst/>
      </p:bgPr>
    </p:bg>
    <p:spTree>
      <p:nvGrpSpPr>
        <p:cNvPr id="1" name=""/>
        <p:cNvGrpSpPr/>
        <p:nvPr/>
      </p:nvGrpSpPr>
      <p:grpSpPr>
        <a:xfrm>
          <a:off x="0" y="0"/>
          <a:ext cx="0" cy="0"/>
          <a:chOff x="0" y="0"/>
          <a:chExt cx="0" cy="0"/>
        </a:xfrm>
      </p:grpSpPr>
      <p:sp>
        <p:nvSpPr>
          <p:cNvPr id="10" name="Freeform 7">
            <a:extLst>
              <a:ext uri="{FF2B5EF4-FFF2-40B4-BE49-F238E27FC236}">
                <a16:creationId xmlns:a16="http://schemas.microsoft.com/office/drawing/2014/main" id="{653D8540-5794-860E-E6C6-CB80F4051CE6}"/>
              </a:ext>
              <a:ext uri="{C183D7F6-B498-43B3-948B-1728B52AA6E4}">
                <adec:decorative xmlns:adec="http://schemas.microsoft.com/office/drawing/2017/decorative" val="1"/>
              </a:ext>
            </a:extLst>
          </p:cNvPr>
          <p:cNvSpPr/>
          <p:nvPr userDrawn="1"/>
        </p:nvSpPr>
        <p:spPr>
          <a:xfrm rot="5400000" flipH="1">
            <a:off x="1387803" y="4555795"/>
            <a:ext cx="914401" cy="3690008"/>
          </a:xfrm>
          <a:custGeom>
            <a:avLst/>
            <a:gdLst>
              <a:gd name="connsiteX0" fmla="*/ 914393 w 914401"/>
              <a:gd name="connsiteY0" fmla="*/ 1625548 h 3690008"/>
              <a:gd name="connsiteX1" fmla="*/ 200040 w 914401"/>
              <a:gd name="connsiteY1" fmla="*/ 164703 h 3690008"/>
              <a:gd name="connsiteX2" fmla="*/ 0 w 914401"/>
              <a:gd name="connsiteY2" fmla="*/ 0 h 3690008"/>
              <a:gd name="connsiteX3" fmla="*/ 0 w 914401"/>
              <a:gd name="connsiteY3" fmla="*/ 3690008 h 3690008"/>
              <a:gd name="connsiteX4" fmla="*/ 684950 w 914401"/>
              <a:gd name="connsiteY4" fmla="*/ 3690008 h 3690008"/>
              <a:gd name="connsiteX5" fmla="*/ 683046 w 914401"/>
              <a:gd name="connsiteY5" fmla="*/ 3683775 h 3690008"/>
              <a:gd name="connsiteX6" fmla="*/ 608736 w 914401"/>
              <a:gd name="connsiteY6" fmla="*/ 3519687 h 3690008"/>
              <a:gd name="connsiteX7" fmla="*/ 353078 w 914401"/>
              <a:gd name="connsiteY7" fmla="*/ 2837178 h 3690008"/>
              <a:gd name="connsiteX8" fmla="*/ 914393 w 914401"/>
              <a:gd name="connsiteY8" fmla="*/ 1625548 h 3690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1" h="3690008">
                <a:moveTo>
                  <a:pt x="914393" y="1625548"/>
                </a:moveTo>
                <a:cubicBezTo>
                  <a:pt x="911641" y="1092628"/>
                  <a:pt x="614720" y="555054"/>
                  <a:pt x="200040" y="164703"/>
                </a:cubicBezTo>
                <a:lnTo>
                  <a:pt x="0" y="0"/>
                </a:lnTo>
                <a:lnTo>
                  <a:pt x="0" y="3690008"/>
                </a:lnTo>
                <a:lnTo>
                  <a:pt x="684950" y="3690008"/>
                </a:lnTo>
                <a:lnTo>
                  <a:pt x="683046" y="3683775"/>
                </a:lnTo>
                <a:cubicBezTo>
                  <a:pt x="661881" y="3627679"/>
                  <a:pt x="637060" y="3572811"/>
                  <a:pt x="608736" y="3519687"/>
                </a:cubicBezTo>
                <a:cubicBezTo>
                  <a:pt x="471578" y="3263358"/>
                  <a:pt x="246982" y="3154469"/>
                  <a:pt x="353078" y="2837178"/>
                </a:cubicBezTo>
                <a:cubicBezTo>
                  <a:pt x="503567" y="2394592"/>
                  <a:pt x="916615" y="2140445"/>
                  <a:pt x="914393" y="1625548"/>
                </a:cubicBezTo>
                <a:close/>
              </a:path>
            </a:pathLst>
          </a:custGeom>
          <a:solidFill>
            <a:schemeClr val="accent3"/>
          </a:solidFill>
          <a:ln w="2038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4"/>
            <a:ext cx="4987598" cy="1794590"/>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696488" y="2377875"/>
            <a:ext cx="3536078" cy="3565723"/>
          </a:xfrm>
        </p:spPr>
        <p:txBody>
          <a:bodyPr lIns="0" tIns="0">
            <a:normAutofit/>
          </a:bodyPr>
          <a:lstStyle>
            <a:lvl1pPr>
              <a:lnSpc>
                <a:spcPct val="90000"/>
              </a:lnSpc>
              <a:spcBef>
                <a:spcPts val="1000"/>
              </a:spcBef>
              <a:spcAft>
                <a:spcPts val="0"/>
              </a:spcAft>
              <a:defRPr sz="2000"/>
            </a:lvl1pPr>
            <a:lvl2pPr>
              <a:lnSpc>
                <a:spcPct val="90000"/>
              </a:lnSpc>
              <a:spcBef>
                <a:spcPts val="1000"/>
              </a:spcBef>
              <a:spcAft>
                <a:spcPts val="0"/>
              </a:spcAft>
              <a:defRPr sz="1800"/>
            </a:lvl2pPr>
            <a:lvl3pPr>
              <a:lnSpc>
                <a:spcPct val="90000"/>
              </a:lnSpc>
              <a:spcBef>
                <a:spcPts val="1000"/>
              </a:spcBef>
              <a:spcAft>
                <a:spcPts val="0"/>
              </a:spcAft>
              <a:defRPr sz="1600"/>
            </a:lvl3pPr>
            <a:lvl4pPr>
              <a:lnSpc>
                <a:spcPct val="90000"/>
              </a:lnSpc>
              <a:spcBef>
                <a:spcPts val="1000"/>
              </a:spcBef>
              <a:spcAft>
                <a:spcPts val="0"/>
              </a:spcAft>
              <a:defRPr sz="1400"/>
            </a:lvl4pPr>
            <a:lvl5pPr>
              <a:lnSpc>
                <a:spcPct val="90000"/>
              </a:lnSpc>
              <a:spcBef>
                <a:spcPts val="1000"/>
              </a:spcBef>
              <a:spcAft>
                <a:spcPts val="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4">
            <a:extLst>
              <a:ext uri="{FF2B5EF4-FFF2-40B4-BE49-F238E27FC236}">
                <a16:creationId xmlns:a16="http://schemas.microsoft.com/office/drawing/2014/main" id="{2265893F-4A9C-ABB2-2B83-283067F829C9}"/>
              </a:ext>
            </a:extLst>
          </p:cNvPr>
          <p:cNvSpPr>
            <a:spLocks noGrp="1"/>
          </p:cNvSpPr>
          <p:nvPr>
            <p:ph type="body" sz="quarter" idx="11" hasCustomPrompt="1"/>
          </p:nvPr>
        </p:nvSpPr>
        <p:spPr>
          <a:xfrm>
            <a:off x="4673599" y="2377875"/>
            <a:ext cx="6816725" cy="378025"/>
          </a:xfrm>
        </p:spPr>
        <p:txBody>
          <a:bodyPr>
            <a:noAutofit/>
          </a:bodyPr>
          <a:lstStyle>
            <a:lvl1pPr marL="0" indent="0">
              <a:buNone/>
              <a:defRPr sz="2000" b="1"/>
            </a:lvl1pPr>
            <a:lvl2pPr marL="457200" indent="0">
              <a:buNone/>
              <a:defRPr sz="1800" b="1"/>
            </a:lvl2pPr>
            <a:lvl3pPr marL="914400" indent="0">
              <a:buNone/>
              <a:defRPr sz="1600" b="1"/>
            </a:lvl3pPr>
            <a:lvl4pPr marL="1371600" indent="0">
              <a:buNone/>
              <a:defRPr sz="1400" b="1"/>
            </a:lvl4pPr>
            <a:lvl5pPr marL="1828800" indent="0">
              <a:buNone/>
              <a:defRPr sz="1400" b="1"/>
            </a:lvl5pPr>
          </a:lstStyle>
          <a:p>
            <a:pPr lvl="0"/>
            <a:r>
              <a:rPr lang="en-US" dirty="0"/>
              <a:t>Click to add text</a:t>
            </a:r>
          </a:p>
        </p:txBody>
      </p:sp>
      <p:sp>
        <p:nvSpPr>
          <p:cNvPr id="17" name="Content Placeholder 16">
            <a:extLst>
              <a:ext uri="{FF2B5EF4-FFF2-40B4-BE49-F238E27FC236}">
                <a16:creationId xmlns:a16="http://schemas.microsoft.com/office/drawing/2014/main" id="{7AC01F4F-AA50-6589-C5AA-A98B0D5AF7AC}"/>
              </a:ext>
            </a:extLst>
          </p:cNvPr>
          <p:cNvSpPr>
            <a:spLocks noGrp="1"/>
          </p:cNvSpPr>
          <p:nvPr>
            <p:ph sz="quarter" idx="12" hasCustomPrompt="1"/>
          </p:nvPr>
        </p:nvSpPr>
        <p:spPr>
          <a:xfrm>
            <a:off x="4673600" y="2755900"/>
            <a:ext cx="6816725" cy="3187700"/>
          </a:xfrm>
        </p:spPr>
        <p:txBody>
          <a:bodyPr anchor="ct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531686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Content + Image 1">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4"/>
            <a:ext cx="4987598" cy="1794590"/>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696488" y="2377875"/>
            <a:ext cx="4627866" cy="4300717"/>
          </a:xfrm>
        </p:spPr>
        <p:txBody>
          <a:bodyPr lIns="0" tIns="0">
            <a:normAutofit/>
          </a:bodyPr>
          <a:lstStyle>
            <a:lvl1pPr>
              <a:lnSpc>
                <a:spcPct val="100000"/>
              </a:lnSpc>
              <a:spcBef>
                <a:spcPts val="600"/>
              </a:spcBef>
              <a:spcAft>
                <a:spcPts val="1200"/>
              </a:spcAft>
              <a:defRPr sz="2000"/>
            </a:lvl1pPr>
            <a:lvl2pPr>
              <a:lnSpc>
                <a:spcPct val="100000"/>
              </a:lnSpc>
              <a:spcBef>
                <a:spcPts val="600"/>
              </a:spcBef>
              <a:spcAft>
                <a:spcPts val="1200"/>
              </a:spcAft>
              <a:defRPr sz="1800"/>
            </a:lvl2pPr>
            <a:lvl3pPr>
              <a:lnSpc>
                <a:spcPct val="100000"/>
              </a:lnSpc>
              <a:spcBef>
                <a:spcPts val="600"/>
              </a:spcBef>
              <a:spcAft>
                <a:spcPts val="1200"/>
              </a:spcAft>
              <a:defRPr sz="1600"/>
            </a:lvl3pPr>
            <a:lvl4pPr>
              <a:lnSpc>
                <a:spcPct val="100000"/>
              </a:lnSpc>
              <a:spcBef>
                <a:spcPts val="600"/>
              </a:spcBef>
              <a:spcAft>
                <a:spcPts val="1200"/>
              </a:spcAft>
              <a:defRPr sz="1400"/>
            </a:lvl4pPr>
            <a:lvl5pPr>
              <a:lnSpc>
                <a:spcPct val="100000"/>
              </a:lnSpc>
              <a:spcBef>
                <a:spcPts val="600"/>
              </a:spcBef>
              <a:spcAft>
                <a:spcPts val="12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B8B70107-5AE5-7117-0F14-6BF9DD30CBFF}"/>
              </a:ext>
            </a:extLst>
          </p:cNvPr>
          <p:cNvSpPr>
            <a:spLocks noGrp="1"/>
          </p:cNvSpPr>
          <p:nvPr>
            <p:ph type="pic" sz="quarter" idx="11"/>
          </p:nvPr>
        </p:nvSpPr>
        <p:spPr>
          <a:xfrm>
            <a:off x="5916613" y="835025"/>
            <a:ext cx="5575300" cy="6030913"/>
          </a:xfrm>
        </p:spPr>
        <p:txBody>
          <a:bodyPr/>
          <a:lstStyle>
            <a:lvl1pPr marL="0" indent="0" algn="ctr">
              <a:buNone/>
              <a:defRPr/>
            </a:lvl1pPr>
          </a:lstStyle>
          <a:p>
            <a:r>
              <a:rPr lang="en-US" dirty="0"/>
              <a:t>Click icon to add picture</a:t>
            </a:r>
          </a:p>
        </p:txBody>
      </p:sp>
    </p:spTree>
    <p:extLst>
      <p:ext uri="{BB962C8B-B14F-4D97-AF65-F5344CB8AC3E}">
        <p14:creationId xmlns:p14="http://schemas.microsoft.com/office/powerpoint/2010/main" val="27845702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s 2">
    <p:bg>
      <p:bgPr>
        <a:solidFill>
          <a:schemeClr val="tx1"/>
        </a:solidFill>
        <a:effectLst/>
      </p:bgPr>
    </p:bg>
    <p:spTree>
      <p:nvGrpSpPr>
        <p:cNvPr id="1" name=""/>
        <p:cNvGrpSpPr/>
        <p:nvPr/>
      </p:nvGrpSpPr>
      <p:grpSpPr>
        <a:xfrm>
          <a:off x="0" y="0"/>
          <a:ext cx="0" cy="0"/>
          <a:chOff x="0" y="0"/>
          <a:chExt cx="0" cy="0"/>
        </a:xfrm>
      </p:grpSpPr>
      <p:sp>
        <p:nvSpPr>
          <p:cNvPr id="6" name="Freeform: Shape 20">
            <a:extLst>
              <a:ext uri="{FF2B5EF4-FFF2-40B4-BE49-F238E27FC236}">
                <a16:creationId xmlns:a16="http://schemas.microsoft.com/office/drawing/2014/main" id="{F6276F98-083C-C436-D4E0-BB6B1D617837}"/>
              </a:ext>
              <a:ext uri="{C183D7F6-B498-43B3-948B-1728B52AA6E4}">
                <adec:decorative xmlns:adec="http://schemas.microsoft.com/office/drawing/2017/decorative" val="1"/>
              </a:ext>
            </a:extLst>
          </p:cNvPr>
          <p:cNvSpPr/>
          <p:nvPr userDrawn="1"/>
        </p:nvSpPr>
        <p:spPr>
          <a:xfrm>
            <a:off x="0" y="3810562"/>
            <a:ext cx="3505512" cy="3047438"/>
          </a:xfrm>
          <a:custGeom>
            <a:avLst/>
            <a:gdLst>
              <a:gd name="connsiteX0" fmla="*/ 140070 w 3505512"/>
              <a:gd name="connsiteY0" fmla="*/ 84 h 3047438"/>
              <a:gd name="connsiteX1" fmla="*/ 378078 w 3505512"/>
              <a:gd name="connsiteY1" fmla="*/ 26868 h 3047438"/>
              <a:gd name="connsiteX2" fmla="*/ 2124544 w 3505512"/>
              <a:gd name="connsiteY2" fmla="*/ 1868599 h 3047438"/>
              <a:gd name="connsiteX3" fmla="*/ 3503411 w 3505512"/>
              <a:gd name="connsiteY3" fmla="*/ 3038169 h 3047438"/>
              <a:gd name="connsiteX4" fmla="*/ 3505512 w 3505512"/>
              <a:gd name="connsiteY4" fmla="*/ 3047438 h 3047438"/>
              <a:gd name="connsiteX5" fmla="*/ 0 w 3505512"/>
              <a:gd name="connsiteY5" fmla="*/ 3047438 h 3047438"/>
              <a:gd name="connsiteX6" fmla="*/ 0 w 3505512"/>
              <a:gd name="connsiteY6" fmla="*/ 9356 h 3047438"/>
              <a:gd name="connsiteX7" fmla="*/ 32906 w 3505512"/>
              <a:gd name="connsiteY7" fmla="*/ 4358 h 3047438"/>
              <a:gd name="connsiteX8" fmla="*/ 140070 w 3505512"/>
              <a:gd name="connsiteY8" fmla="*/ 84 h 3047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05512" h="3047438">
                <a:moveTo>
                  <a:pt x="140070" y="84"/>
                </a:moveTo>
                <a:cubicBezTo>
                  <a:pt x="214085" y="1007"/>
                  <a:pt x="293301" y="9629"/>
                  <a:pt x="378078" y="26868"/>
                </a:cubicBezTo>
                <a:cubicBezTo>
                  <a:pt x="1074806" y="168586"/>
                  <a:pt x="1202169" y="1352919"/>
                  <a:pt x="2124544" y="1868599"/>
                </a:cubicBezTo>
                <a:cubicBezTo>
                  <a:pt x="2570800" y="2118122"/>
                  <a:pt x="3301901" y="2354692"/>
                  <a:pt x="3503411" y="3038169"/>
                </a:cubicBezTo>
                <a:lnTo>
                  <a:pt x="3505512" y="3047438"/>
                </a:lnTo>
                <a:lnTo>
                  <a:pt x="0" y="3047438"/>
                </a:lnTo>
                <a:lnTo>
                  <a:pt x="0" y="9356"/>
                </a:lnTo>
                <a:lnTo>
                  <a:pt x="32906" y="4358"/>
                </a:lnTo>
                <a:cubicBezTo>
                  <a:pt x="67357" y="1086"/>
                  <a:pt x="103063" y="-377"/>
                  <a:pt x="140070" y="84"/>
                </a:cubicBezTo>
                <a:close/>
              </a:path>
            </a:pathLst>
          </a:custGeom>
          <a:solidFill>
            <a:schemeClr val="accent5"/>
          </a:solidFill>
          <a:ln w="2225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1806163"/>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2687333" y="2377871"/>
            <a:ext cx="4292202" cy="4359402"/>
          </a:xfrm>
        </p:spPr>
        <p:txBody>
          <a:bodyPr>
            <a:normAutofit/>
          </a:bodyPr>
          <a:lstStyle>
            <a:lvl1pPr marL="0" indent="0">
              <a:lnSpc>
                <a:spcPct val="100000"/>
              </a:lnSpc>
              <a:spcBef>
                <a:spcPts val="600"/>
              </a:spcBef>
              <a:spcAft>
                <a:spcPts val="1200"/>
              </a:spcAft>
              <a:buNone/>
              <a:defRPr sz="2000"/>
            </a:lvl1pPr>
            <a:lvl2pPr marL="457200" indent="0">
              <a:lnSpc>
                <a:spcPct val="100000"/>
              </a:lnSpc>
              <a:spcBef>
                <a:spcPts val="600"/>
              </a:spcBef>
              <a:spcAft>
                <a:spcPts val="1200"/>
              </a:spcAft>
              <a:buNone/>
              <a:defRPr sz="1800"/>
            </a:lvl2pPr>
            <a:lvl3pPr marL="914400" indent="0">
              <a:lnSpc>
                <a:spcPct val="100000"/>
              </a:lnSpc>
              <a:spcBef>
                <a:spcPts val="600"/>
              </a:spcBef>
              <a:spcAft>
                <a:spcPts val="1200"/>
              </a:spcAft>
              <a:buNone/>
              <a:defRPr sz="1600"/>
            </a:lvl3pPr>
            <a:lvl4pPr marL="1371600" indent="0">
              <a:lnSpc>
                <a:spcPct val="100000"/>
              </a:lnSpc>
              <a:spcBef>
                <a:spcPts val="600"/>
              </a:spcBef>
              <a:spcAft>
                <a:spcPts val="1200"/>
              </a:spcAft>
              <a:buNone/>
              <a:defRPr sz="1400"/>
            </a:lvl4pPr>
            <a:lvl5pPr marL="1828800" indent="0">
              <a:lnSpc>
                <a:spcPct val="100000"/>
              </a:lnSpc>
              <a:spcBef>
                <a:spcPts val="600"/>
              </a:spcBef>
              <a:spcAft>
                <a:spcPts val="1200"/>
              </a:spcAft>
              <a:buNone/>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a:extLst>
              <a:ext uri="{FF2B5EF4-FFF2-40B4-BE49-F238E27FC236}">
                <a16:creationId xmlns:a16="http://schemas.microsoft.com/office/drawing/2014/main" id="{CB9E0096-D944-5245-13D4-92814D4D59C7}"/>
              </a:ext>
            </a:extLst>
          </p:cNvPr>
          <p:cNvSpPr>
            <a:spLocks noGrp="1"/>
          </p:cNvSpPr>
          <p:nvPr>
            <p:ph sz="quarter" idx="11" hasCustomPrompt="1"/>
          </p:nvPr>
        </p:nvSpPr>
        <p:spPr>
          <a:xfrm>
            <a:off x="7318385" y="2377871"/>
            <a:ext cx="4172575" cy="4359402"/>
          </a:xfrm>
        </p:spPr>
        <p:txBody>
          <a:bodyPr>
            <a:normAutofit/>
          </a:bodyPr>
          <a:lstStyle>
            <a:lvl1pPr marL="0" indent="0">
              <a:lnSpc>
                <a:spcPct val="100000"/>
              </a:lnSpc>
              <a:spcBef>
                <a:spcPts val="600"/>
              </a:spcBef>
              <a:spcAft>
                <a:spcPts val="1200"/>
              </a:spcAft>
              <a:buNone/>
              <a:defRPr sz="2000"/>
            </a:lvl1pPr>
            <a:lvl2pPr marL="457200" indent="0">
              <a:lnSpc>
                <a:spcPct val="100000"/>
              </a:lnSpc>
              <a:spcBef>
                <a:spcPts val="600"/>
              </a:spcBef>
              <a:spcAft>
                <a:spcPts val="1200"/>
              </a:spcAft>
              <a:buNone/>
              <a:defRPr sz="1800"/>
            </a:lvl2pPr>
            <a:lvl3pPr marL="914400" indent="0">
              <a:lnSpc>
                <a:spcPct val="100000"/>
              </a:lnSpc>
              <a:spcBef>
                <a:spcPts val="600"/>
              </a:spcBef>
              <a:spcAft>
                <a:spcPts val="1200"/>
              </a:spcAft>
              <a:buNone/>
              <a:defRPr sz="1600"/>
            </a:lvl3pPr>
            <a:lvl4pPr marL="1371600" indent="0">
              <a:lnSpc>
                <a:spcPct val="100000"/>
              </a:lnSpc>
              <a:spcBef>
                <a:spcPts val="600"/>
              </a:spcBef>
              <a:spcAft>
                <a:spcPts val="1200"/>
              </a:spcAft>
              <a:buNone/>
              <a:defRPr sz="1400"/>
            </a:lvl4pPr>
            <a:lvl5pPr marL="1828800" indent="0">
              <a:lnSpc>
                <a:spcPct val="100000"/>
              </a:lnSpc>
              <a:spcBef>
                <a:spcPts val="600"/>
              </a:spcBef>
              <a:spcAft>
                <a:spcPts val="1200"/>
              </a:spcAft>
              <a:buNone/>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9265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Table">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1806163"/>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680323" y="2366300"/>
            <a:ext cx="3536078" cy="3588330"/>
          </a:xfrm>
        </p:spPr>
        <p:txBody>
          <a:bodyPr>
            <a:normAutofit/>
          </a:bodyPr>
          <a:lstStyle>
            <a:lvl1pPr marL="228600" indent="-228600">
              <a:lnSpc>
                <a:spcPct val="90000"/>
              </a:lnSpc>
              <a:spcBef>
                <a:spcPts val="1000"/>
              </a:spcBef>
              <a:spcAft>
                <a:spcPts val="0"/>
              </a:spcAft>
              <a:buFont typeface="Arial" panose="020B0604020202020204" pitchFamily="34" charset="0"/>
              <a:buChar char="•"/>
              <a:defRPr sz="2000"/>
            </a:lvl1pPr>
            <a:lvl2pPr marL="742950" indent="-285750">
              <a:lnSpc>
                <a:spcPct val="90000"/>
              </a:lnSpc>
              <a:spcBef>
                <a:spcPts val="1000"/>
              </a:spcBef>
              <a:spcAft>
                <a:spcPts val="0"/>
              </a:spcAft>
              <a:buFont typeface="Arial" panose="020B0604020202020204" pitchFamily="34" charset="0"/>
              <a:buChar char="•"/>
              <a:defRPr sz="1800"/>
            </a:lvl2pPr>
            <a:lvl3pPr marL="1200150" indent="-285750">
              <a:lnSpc>
                <a:spcPct val="90000"/>
              </a:lnSpc>
              <a:spcBef>
                <a:spcPts val="1000"/>
              </a:spcBef>
              <a:spcAft>
                <a:spcPts val="0"/>
              </a:spcAft>
              <a:buFont typeface="Arial" panose="020B0604020202020204" pitchFamily="34" charset="0"/>
              <a:buChar char="•"/>
              <a:defRPr sz="1600"/>
            </a:lvl3pPr>
            <a:lvl4pPr marL="1657350" indent="-285750">
              <a:lnSpc>
                <a:spcPct val="90000"/>
              </a:lnSpc>
              <a:spcBef>
                <a:spcPts val="1000"/>
              </a:spcBef>
              <a:spcAft>
                <a:spcPts val="0"/>
              </a:spcAft>
              <a:buFont typeface="Arial" panose="020B0604020202020204" pitchFamily="34" charset="0"/>
              <a:buChar char="•"/>
              <a:defRPr sz="1400"/>
            </a:lvl4pPr>
            <a:lvl5pPr marL="2114550" indent="-285750">
              <a:lnSpc>
                <a:spcPct val="90000"/>
              </a:lnSpc>
              <a:spcBef>
                <a:spcPts val="1000"/>
              </a:spcBef>
              <a:spcAft>
                <a:spcPts val="0"/>
              </a:spcAft>
              <a:buFont typeface="Arial" panose="020B0604020202020204" pitchFamily="34" charset="0"/>
              <a:buChar char="•"/>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able Placeholder 11">
            <a:extLst>
              <a:ext uri="{FF2B5EF4-FFF2-40B4-BE49-F238E27FC236}">
                <a16:creationId xmlns:a16="http://schemas.microsoft.com/office/drawing/2014/main" id="{23945778-2B6F-930D-51C8-417685BC4E19}"/>
              </a:ext>
            </a:extLst>
          </p:cNvPr>
          <p:cNvSpPr>
            <a:spLocks noGrp="1"/>
          </p:cNvSpPr>
          <p:nvPr>
            <p:ph type="tbl" sz="quarter" idx="11"/>
          </p:nvPr>
        </p:nvSpPr>
        <p:spPr>
          <a:xfrm>
            <a:off x="4673600" y="2366300"/>
            <a:ext cx="6816725" cy="3587750"/>
          </a:xfrm>
        </p:spPr>
        <p:txBody>
          <a:bodyPr/>
          <a:lstStyle>
            <a:lvl1pPr>
              <a:defRPr/>
            </a:lvl1pPr>
          </a:lstStyle>
          <a:p>
            <a:r>
              <a:rPr lang="en-US" dirty="0"/>
              <a:t>Click icon to add table</a:t>
            </a:r>
          </a:p>
        </p:txBody>
      </p:sp>
    </p:spTree>
    <p:extLst>
      <p:ext uri="{BB962C8B-B14F-4D97-AF65-F5344CB8AC3E}">
        <p14:creationId xmlns:p14="http://schemas.microsoft.com/office/powerpoint/2010/main" val="1253627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1806163"/>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
        <p:nvSpPr>
          <p:cNvPr id="12" name="Table Placeholder 11">
            <a:extLst>
              <a:ext uri="{FF2B5EF4-FFF2-40B4-BE49-F238E27FC236}">
                <a16:creationId xmlns:a16="http://schemas.microsoft.com/office/drawing/2014/main" id="{23945778-2B6F-930D-51C8-417685BC4E19}"/>
              </a:ext>
            </a:extLst>
          </p:cNvPr>
          <p:cNvSpPr>
            <a:spLocks noGrp="1"/>
          </p:cNvSpPr>
          <p:nvPr>
            <p:ph type="tbl" sz="quarter" idx="11"/>
          </p:nvPr>
        </p:nvSpPr>
        <p:spPr>
          <a:xfrm>
            <a:off x="698376" y="2366300"/>
            <a:ext cx="10791949" cy="3587750"/>
          </a:xfrm>
        </p:spPr>
        <p:txBody>
          <a:bodyPr/>
          <a:lstStyle>
            <a:lvl1pPr>
              <a:defRPr/>
            </a:lvl1pPr>
          </a:lstStyle>
          <a:p>
            <a:r>
              <a:rPr lang="en-US" dirty="0"/>
              <a:t>Click icon to add table</a:t>
            </a:r>
          </a:p>
        </p:txBody>
      </p:sp>
    </p:spTree>
    <p:extLst>
      <p:ext uri="{BB962C8B-B14F-4D97-AF65-F5344CB8AC3E}">
        <p14:creationId xmlns:p14="http://schemas.microsoft.com/office/powerpoint/2010/main" val="12998164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6" name="Freeform 20">
            <a:extLst>
              <a:ext uri="{FF2B5EF4-FFF2-40B4-BE49-F238E27FC236}">
                <a16:creationId xmlns:a16="http://schemas.microsoft.com/office/drawing/2014/main" id="{5E0168A1-8EA7-E075-A0E3-CC98D3A7A5F5}"/>
              </a:ext>
              <a:ext uri="{C183D7F6-B498-43B3-948B-1728B52AA6E4}">
                <adec:decorative xmlns:adec="http://schemas.microsoft.com/office/drawing/2017/decorative" val="1"/>
              </a:ext>
            </a:extLst>
          </p:cNvPr>
          <p:cNvSpPr/>
          <p:nvPr userDrawn="1"/>
        </p:nvSpPr>
        <p:spPr>
          <a:xfrm rot="16200000">
            <a:off x="45460" y="5586515"/>
            <a:ext cx="1218019" cy="1324951"/>
          </a:xfrm>
          <a:custGeom>
            <a:avLst/>
            <a:gdLst>
              <a:gd name="connsiteX0" fmla="*/ 1218019 w 1218019"/>
              <a:gd name="connsiteY0" fmla="*/ 0 h 1324951"/>
              <a:gd name="connsiteX1" fmla="*/ 0 w 1218019"/>
              <a:gd name="connsiteY1" fmla="*/ 0 h 1324951"/>
              <a:gd name="connsiteX2" fmla="*/ 0 w 1218019"/>
              <a:gd name="connsiteY2" fmla="*/ 1324951 h 1324951"/>
              <a:gd name="connsiteX3" fmla="*/ 44025 w 1218019"/>
              <a:gd name="connsiteY3" fmla="*/ 1308837 h 1324951"/>
              <a:gd name="connsiteX4" fmla="*/ 1213001 w 1218019"/>
              <a:gd name="connsiteY4" fmla="*/ 19515 h 1324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8019" h="1324951">
                <a:moveTo>
                  <a:pt x="1218019" y="0"/>
                </a:moveTo>
                <a:lnTo>
                  <a:pt x="0" y="0"/>
                </a:lnTo>
                <a:lnTo>
                  <a:pt x="0" y="1324951"/>
                </a:lnTo>
                <a:lnTo>
                  <a:pt x="44025" y="1308837"/>
                </a:lnTo>
                <a:cubicBezTo>
                  <a:pt x="600182" y="1073602"/>
                  <a:pt x="1031901" y="601768"/>
                  <a:pt x="1213001" y="19515"/>
                </a:cubicBezTo>
                <a:close/>
              </a:path>
            </a:pathLst>
          </a:cu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15">
            <a:extLst>
              <a:ext uri="{FF2B5EF4-FFF2-40B4-BE49-F238E27FC236}">
                <a16:creationId xmlns:a16="http://schemas.microsoft.com/office/drawing/2014/main" id="{235F4B08-36B8-4D96-46A3-640589F2B9ED}"/>
              </a:ext>
              <a:ext uri="{C183D7F6-B498-43B3-948B-1728B52AA6E4}">
                <adec:decorative xmlns:adec="http://schemas.microsoft.com/office/drawing/2017/decorative" val="1"/>
              </a:ext>
            </a:extLst>
          </p:cNvPr>
          <p:cNvSpPr/>
          <p:nvPr userDrawn="1"/>
        </p:nvSpPr>
        <p:spPr>
          <a:xfrm rot="5400000" flipH="1">
            <a:off x="442520" y="-450526"/>
            <a:ext cx="1018073" cy="1919124"/>
          </a:xfrm>
          <a:custGeom>
            <a:avLst/>
            <a:gdLst>
              <a:gd name="connsiteX0" fmla="*/ 1018073 w 1018073"/>
              <a:gd name="connsiteY0" fmla="*/ 1919124 h 1919124"/>
              <a:gd name="connsiteX1" fmla="*/ 1018073 w 1018073"/>
              <a:gd name="connsiteY1" fmla="*/ 0 h 1919124"/>
              <a:gd name="connsiteX2" fmla="*/ 860680 w 1018073"/>
              <a:gd name="connsiteY2" fmla="*/ 92033 h 1919124"/>
              <a:gd name="connsiteX3" fmla="*/ 45685 w 1018073"/>
              <a:gd name="connsiteY3" fmla="*/ 1217247 h 1919124"/>
              <a:gd name="connsiteX4" fmla="*/ 29068 w 1018073"/>
              <a:gd name="connsiteY4" fmla="*/ 1808525 h 1919124"/>
              <a:gd name="connsiteX5" fmla="*/ 59967 w 1018073"/>
              <a:gd name="connsiteY5" fmla="*/ 1919124 h 1919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8073" h="1919124">
                <a:moveTo>
                  <a:pt x="1018073" y="1919124"/>
                </a:moveTo>
                <a:lnTo>
                  <a:pt x="1018073" y="0"/>
                </a:lnTo>
                <a:lnTo>
                  <a:pt x="860680" y="92033"/>
                </a:lnTo>
                <a:cubicBezTo>
                  <a:pt x="468017" y="356206"/>
                  <a:pt x="159674" y="774823"/>
                  <a:pt x="45685" y="1217247"/>
                </a:cubicBezTo>
                <a:cubicBezTo>
                  <a:pt x="-9143" y="1412111"/>
                  <a:pt x="-14542" y="1615180"/>
                  <a:pt x="29068" y="1808525"/>
                </a:cubicBezTo>
                <a:lnTo>
                  <a:pt x="59967" y="1919124"/>
                </a:lnTo>
                <a:close/>
              </a:path>
            </a:pathLst>
          </a:custGeom>
          <a:solidFill>
            <a:schemeClr val="accent5"/>
          </a:solidFill>
          <a:ln w="2027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4" name="Freeform: Shape 4">
            <a:extLst>
              <a:ext uri="{FF2B5EF4-FFF2-40B4-BE49-F238E27FC236}">
                <a16:creationId xmlns:a16="http://schemas.microsoft.com/office/drawing/2014/main" id="{71E3A63B-01EF-B3B1-F861-1BBC4411F929}"/>
              </a:ext>
              <a:ext uri="{C183D7F6-B498-43B3-948B-1728B52AA6E4}">
                <adec:decorative xmlns:adec="http://schemas.microsoft.com/office/drawing/2017/decorative" val="1"/>
              </a:ext>
            </a:extLst>
          </p:cNvPr>
          <p:cNvSpPr/>
          <p:nvPr userDrawn="1"/>
        </p:nvSpPr>
        <p:spPr>
          <a:xfrm flipH="1" flipV="1">
            <a:off x="10243539" y="-1"/>
            <a:ext cx="1948461" cy="1453974"/>
          </a:xfrm>
          <a:custGeom>
            <a:avLst/>
            <a:gdLst>
              <a:gd name="connsiteX0" fmla="*/ 0 w 1948461"/>
              <a:gd name="connsiteY0" fmla="*/ 0 h 1453974"/>
              <a:gd name="connsiteX1" fmla="*/ 32434 w 1948461"/>
              <a:gd name="connsiteY1" fmla="*/ 41394 h 1453974"/>
              <a:gd name="connsiteX2" fmla="*/ 611626 w 1948461"/>
              <a:gd name="connsiteY2" fmla="*/ 508597 h 1453974"/>
              <a:gd name="connsiteX3" fmla="*/ 1902163 w 1948461"/>
              <a:gd name="connsiteY3" fmla="*/ 1370646 h 1453974"/>
              <a:gd name="connsiteX4" fmla="*/ 1948461 w 1948461"/>
              <a:gd name="connsiteY4" fmla="*/ 1453974 h 1453974"/>
              <a:gd name="connsiteX5" fmla="*/ 0 w 1948461"/>
              <a:gd name="connsiteY5" fmla="*/ 1453974 h 1453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8461" h="1453974">
                <a:moveTo>
                  <a:pt x="0" y="0"/>
                </a:moveTo>
                <a:lnTo>
                  <a:pt x="32434" y="41394"/>
                </a:lnTo>
                <a:cubicBezTo>
                  <a:pt x="190803" y="222210"/>
                  <a:pt x="377048" y="387079"/>
                  <a:pt x="611626" y="508597"/>
                </a:cubicBezTo>
                <a:cubicBezTo>
                  <a:pt x="1000743" y="710195"/>
                  <a:pt x="1598725" y="895624"/>
                  <a:pt x="1902163" y="1370646"/>
                </a:cubicBezTo>
                <a:lnTo>
                  <a:pt x="1948461" y="1453974"/>
                </a:lnTo>
                <a:lnTo>
                  <a:pt x="0" y="1453974"/>
                </a:lnTo>
                <a:close/>
              </a:path>
            </a:pathLst>
          </a:custGeom>
          <a:solidFill>
            <a:schemeClr val="accent1"/>
          </a:solidFill>
          <a:ln w="150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5" name="Freeform: Shape 5">
            <a:extLst>
              <a:ext uri="{FF2B5EF4-FFF2-40B4-BE49-F238E27FC236}">
                <a16:creationId xmlns:a16="http://schemas.microsoft.com/office/drawing/2014/main" id="{D93AB7B1-DA47-81AC-9BD3-0767E499EFFE}"/>
              </a:ext>
              <a:ext uri="{C183D7F6-B498-43B3-948B-1728B52AA6E4}">
                <adec:decorative xmlns:adec="http://schemas.microsoft.com/office/drawing/2017/decorative" val="1"/>
              </a:ext>
            </a:extLst>
          </p:cNvPr>
          <p:cNvSpPr/>
          <p:nvPr userDrawn="1"/>
        </p:nvSpPr>
        <p:spPr>
          <a:xfrm rot="10800000">
            <a:off x="7248231" y="5855618"/>
            <a:ext cx="4943770" cy="1002382"/>
          </a:xfrm>
          <a:custGeom>
            <a:avLst/>
            <a:gdLst>
              <a:gd name="connsiteX0" fmla="*/ 0 w 4943770"/>
              <a:gd name="connsiteY0" fmla="*/ 0 h 1002382"/>
              <a:gd name="connsiteX1" fmla="*/ 4943770 w 4943770"/>
              <a:gd name="connsiteY1" fmla="*/ 0 h 1002382"/>
              <a:gd name="connsiteX2" fmla="*/ 4906928 w 4943770"/>
              <a:gd name="connsiteY2" fmla="*/ 44581 h 1002382"/>
              <a:gd name="connsiteX3" fmla="*/ 2525640 w 4943770"/>
              <a:gd name="connsiteY3" fmla="*/ 241508 h 1002382"/>
              <a:gd name="connsiteX4" fmla="*/ 1667268 w 4943770"/>
              <a:gd name="connsiteY4" fmla="*/ 163732 h 1002382"/>
              <a:gd name="connsiteX5" fmla="*/ 1317749 w 4943770"/>
              <a:gd name="connsiteY5" fmla="*/ 293864 h 1002382"/>
              <a:gd name="connsiteX6" fmla="*/ 75310 w 4943770"/>
              <a:gd name="connsiteY6" fmla="*/ 989292 h 1002382"/>
              <a:gd name="connsiteX7" fmla="*/ 0 w 4943770"/>
              <a:gd name="connsiteY7" fmla="*/ 1002382 h 1002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43770" h="1002382">
                <a:moveTo>
                  <a:pt x="0" y="0"/>
                </a:moveTo>
                <a:lnTo>
                  <a:pt x="4943770" y="0"/>
                </a:lnTo>
                <a:lnTo>
                  <a:pt x="4906928" y="44581"/>
                </a:lnTo>
                <a:cubicBezTo>
                  <a:pt x="4311119" y="665259"/>
                  <a:pt x="3275391" y="550750"/>
                  <a:pt x="2525640" y="241508"/>
                </a:cubicBezTo>
                <a:cubicBezTo>
                  <a:pt x="2174456" y="97448"/>
                  <a:pt x="1956229" y="100710"/>
                  <a:pt x="1667268" y="163732"/>
                </a:cubicBezTo>
                <a:cubicBezTo>
                  <a:pt x="1546867" y="189990"/>
                  <a:pt x="1429272" y="233773"/>
                  <a:pt x="1317749" y="293864"/>
                </a:cubicBezTo>
                <a:cubicBezTo>
                  <a:pt x="1050964" y="428937"/>
                  <a:pt x="614633" y="864100"/>
                  <a:pt x="75310" y="989292"/>
                </a:cubicBezTo>
                <a:lnTo>
                  <a:pt x="0" y="1002382"/>
                </a:lnTo>
                <a:close/>
              </a:path>
            </a:pathLst>
          </a:custGeom>
          <a:solidFill>
            <a:schemeClr val="accent6"/>
          </a:solidFill>
          <a:ln w="3482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5408762" y="914400"/>
            <a:ext cx="5870448" cy="5029200"/>
          </a:xfrm>
          <a:prstGeom prst="rect">
            <a:avLst/>
          </a:prstGeom>
        </p:spPr>
        <p:txBody>
          <a:bodyPr vert="horz" lIns="0" tIns="45720" rIns="0" bIns="45720" rtlCol="0" anchor="ctr">
            <a:noAutofit/>
          </a:bodyPr>
          <a:lstStyle>
            <a:lvl1pPr>
              <a:lnSpc>
                <a:spcPct val="75000"/>
              </a:lnSpc>
              <a:defRPr sz="5400" cap="all" spc="0" baseline="0"/>
            </a:lvl1pPr>
          </a:lstStyle>
          <a:p>
            <a:r>
              <a:rPr lang="en-US" dirty="0"/>
              <a:t>Click to add title</a:t>
            </a:r>
          </a:p>
        </p:txBody>
      </p:sp>
      <p:sp>
        <p:nvSpPr>
          <p:cNvPr id="5" name="Picture Placeholder 4">
            <a:extLst>
              <a:ext uri="{FF2B5EF4-FFF2-40B4-BE49-F238E27FC236}">
                <a16:creationId xmlns:a16="http://schemas.microsoft.com/office/drawing/2014/main" id="{BDDF44C2-2412-E9A3-C652-50DB0A363319}"/>
              </a:ext>
            </a:extLst>
          </p:cNvPr>
          <p:cNvSpPr>
            <a:spLocks noGrp="1"/>
          </p:cNvSpPr>
          <p:nvPr>
            <p:ph type="pic" sz="quarter" idx="11"/>
          </p:nvPr>
        </p:nvSpPr>
        <p:spPr>
          <a:xfrm>
            <a:off x="0" y="0"/>
            <a:ext cx="4943475" cy="6858000"/>
          </a:xfrm>
          <a:custGeom>
            <a:avLst/>
            <a:gdLst>
              <a:gd name="connsiteX0" fmla="*/ 1911118 w 4943475"/>
              <a:gd name="connsiteY0" fmla="*/ 0 h 6858000"/>
              <a:gd name="connsiteX1" fmla="*/ 4943475 w 4943475"/>
              <a:gd name="connsiteY1" fmla="*/ 0 h 6858000"/>
              <a:gd name="connsiteX2" fmla="*/ 4943475 w 4943475"/>
              <a:gd name="connsiteY2" fmla="*/ 6858000 h 6858000"/>
              <a:gd name="connsiteX3" fmla="*/ 1316945 w 4943475"/>
              <a:gd name="connsiteY3" fmla="*/ 6858000 h 6858000"/>
              <a:gd name="connsiteX4" fmla="*/ 1300831 w 4943475"/>
              <a:gd name="connsiteY4" fmla="*/ 6813975 h 6858000"/>
              <a:gd name="connsiteX5" fmla="*/ 11509 w 4943475"/>
              <a:gd name="connsiteY5" fmla="*/ 5644999 h 6858000"/>
              <a:gd name="connsiteX6" fmla="*/ 0 w 4943475"/>
              <a:gd name="connsiteY6" fmla="*/ 5642040 h 6858000"/>
              <a:gd name="connsiteX7" fmla="*/ 0 w 4943475"/>
              <a:gd name="connsiteY7" fmla="*/ 960342 h 6858000"/>
              <a:gd name="connsiteX8" fmla="*/ 102594 w 4943475"/>
              <a:gd name="connsiteY8" fmla="*/ 989005 h 6858000"/>
              <a:gd name="connsiteX9" fmla="*/ 693872 w 4943475"/>
              <a:gd name="connsiteY9" fmla="*/ 972388 h 6858000"/>
              <a:gd name="connsiteX10" fmla="*/ 1819086 w 4943475"/>
              <a:gd name="connsiteY10" fmla="*/ 157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43475" h="6858000">
                <a:moveTo>
                  <a:pt x="1911118" y="0"/>
                </a:moveTo>
                <a:lnTo>
                  <a:pt x="4943475" y="0"/>
                </a:lnTo>
                <a:lnTo>
                  <a:pt x="4943475" y="6858000"/>
                </a:lnTo>
                <a:lnTo>
                  <a:pt x="1316945" y="6858000"/>
                </a:lnTo>
                <a:lnTo>
                  <a:pt x="1300831" y="6813975"/>
                </a:lnTo>
                <a:cubicBezTo>
                  <a:pt x="1065596" y="6257818"/>
                  <a:pt x="593762" y="5826099"/>
                  <a:pt x="11509" y="5644999"/>
                </a:cubicBezTo>
                <a:lnTo>
                  <a:pt x="0" y="5642040"/>
                </a:lnTo>
                <a:lnTo>
                  <a:pt x="0" y="960342"/>
                </a:lnTo>
                <a:lnTo>
                  <a:pt x="102594" y="989005"/>
                </a:lnTo>
                <a:cubicBezTo>
                  <a:pt x="295939" y="1032615"/>
                  <a:pt x="499008" y="1027216"/>
                  <a:pt x="693872" y="972388"/>
                </a:cubicBezTo>
                <a:cubicBezTo>
                  <a:pt x="1136296" y="858399"/>
                  <a:pt x="1554913" y="550056"/>
                  <a:pt x="1819086" y="157393"/>
                </a:cubicBezTo>
                <a:close/>
              </a:path>
            </a:pathLst>
          </a:custGeom>
        </p:spPr>
        <p:txBody>
          <a:bodyPr wrap="square" tIns="1005840">
            <a:noAutofit/>
          </a:bodyPr>
          <a:lstStyle>
            <a:lvl1pPr marL="0" indent="0" algn="ctr">
              <a:buNone/>
              <a:defRPr/>
            </a:lvl1pPr>
          </a:lstStyle>
          <a:p>
            <a:r>
              <a:rPr lang="en-US" dirty="0"/>
              <a:t>Click icon to add picture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41142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s 3">
    <p:bg>
      <p:bgPr>
        <a:solidFill>
          <a:schemeClr val="tx1"/>
        </a:solidFill>
        <a:effectLst/>
      </p:bgPr>
    </p:bg>
    <p:spTree>
      <p:nvGrpSpPr>
        <p:cNvPr id="1" name=""/>
        <p:cNvGrpSpPr/>
        <p:nvPr/>
      </p:nvGrpSpPr>
      <p:grpSpPr>
        <a:xfrm>
          <a:off x="0" y="0"/>
          <a:ext cx="0" cy="0"/>
          <a:chOff x="0" y="0"/>
          <a:chExt cx="0" cy="0"/>
        </a:xfrm>
      </p:grpSpPr>
      <p:sp>
        <p:nvSpPr>
          <p:cNvPr id="5" name="Freeform: Shape 22">
            <a:extLst>
              <a:ext uri="{FF2B5EF4-FFF2-40B4-BE49-F238E27FC236}">
                <a16:creationId xmlns:a16="http://schemas.microsoft.com/office/drawing/2014/main" id="{0FA877A3-B2AE-5C65-DE20-D16387871BE5}"/>
              </a:ext>
              <a:ext uri="{C183D7F6-B498-43B3-948B-1728B52AA6E4}">
                <adec:decorative xmlns:adec="http://schemas.microsoft.com/office/drawing/2017/decorative" val="1"/>
              </a:ext>
            </a:extLst>
          </p:cNvPr>
          <p:cNvSpPr/>
          <p:nvPr userDrawn="1"/>
        </p:nvSpPr>
        <p:spPr>
          <a:xfrm>
            <a:off x="8906392" y="4720062"/>
            <a:ext cx="3285608" cy="2137938"/>
          </a:xfrm>
          <a:custGeom>
            <a:avLst/>
            <a:gdLst>
              <a:gd name="connsiteX0" fmla="*/ 3285608 w 3285608"/>
              <a:gd name="connsiteY0" fmla="*/ 0 h 2137938"/>
              <a:gd name="connsiteX1" fmla="*/ 3285608 w 3285608"/>
              <a:gd name="connsiteY1" fmla="*/ 2137938 h 2137938"/>
              <a:gd name="connsiteX2" fmla="*/ 0 w 3285608"/>
              <a:gd name="connsiteY2" fmla="*/ 2137938 h 2137938"/>
              <a:gd name="connsiteX3" fmla="*/ 53213 w 3285608"/>
              <a:gd name="connsiteY3" fmla="*/ 2070398 h 2137938"/>
              <a:gd name="connsiteX4" fmla="*/ 1464698 w 3285608"/>
              <a:gd name="connsiteY4" fmla="*/ 1425184 h 2137938"/>
              <a:gd name="connsiteX5" fmla="*/ 3278751 w 3285608"/>
              <a:gd name="connsiteY5" fmla="*/ 2109 h 2137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5608" h="2137938">
                <a:moveTo>
                  <a:pt x="3285608" y="0"/>
                </a:moveTo>
                <a:lnTo>
                  <a:pt x="3285608" y="2137938"/>
                </a:lnTo>
                <a:lnTo>
                  <a:pt x="0" y="2137938"/>
                </a:lnTo>
                <a:lnTo>
                  <a:pt x="53213" y="2070398"/>
                </a:lnTo>
                <a:cubicBezTo>
                  <a:pt x="428518" y="1649846"/>
                  <a:pt x="1048414" y="1562150"/>
                  <a:pt x="1464698" y="1425184"/>
                </a:cubicBezTo>
                <a:cubicBezTo>
                  <a:pt x="2343037" y="1136242"/>
                  <a:pt x="2721555" y="228637"/>
                  <a:pt x="3278751" y="2109"/>
                </a:cubicBezTo>
                <a:close/>
              </a:path>
            </a:pathLst>
          </a:custGeom>
          <a:solidFill>
            <a:schemeClr val="accent6"/>
          </a:solidFill>
          <a:ln w="21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99372" y="536983"/>
            <a:ext cx="4987598" cy="1806163"/>
          </a:xfrm>
          <a:prstGeom prst="rect">
            <a:avLst/>
          </a:prstGeom>
        </p:spPr>
        <p:txBody>
          <a:bodyPr vert="horz" lIns="0" tIns="45720" rIns="91440" bIns="45720" rtlCol="0" anchor="t">
            <a:noAutofit/>
          </a:bodyPr>
          <a:lstStyle>
            <a:lvl1pPr>
              <a:defRPr sz="3200" spc="300" baseline="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
        <p:nvSpPr>
          <p:cNvPr id="11" name="Content Placeholder 10">
            <a:extLst>
              <a:ext uri="{FF2B5EF4-FFF2-40B4-BE49-F238E27FC236}">
                <a16:creationId xmlns:a16="http://schemas.microsoft.com/office/drawing/2014/main" id="{6ED64F80-2CCD-28E9-12D1-CFA0E295299B}"/>
              </a:ext>
            </a:extLst>
          </p:cNvPr>
          <p:cNvSpPr>
            <a:spLocks noGrp="1"/>
          </p:cNvSpPr>
          <p:nvPr>
            <p:ph sz="quarter" idx="10" hasCustomPrompt="1"/>
          </p:nvPr>
        </p:nvSpPr>
        <p:spPr>
          <a:xfrm>
            <a:off x="703472" y="2377871"/>
            <a:ext cx="6814371" cy="4359402"/>
          </a:xfrm>
        </p:spPr>
        <p:txBody>
          <a:bodyPr>
            <a:normAutofit/>
          </a:bodyPr>
          <a:lstStyle>
            <a:lvl1pPr marL="512064" indent="-512064">
              <a:lnSpc>
                <a:spcPct val="100000"/>
              </a:lnSpc>
              <a:spcBef>
                <a:spcPts val="600"/>
              </a:spcBef>
              <a:spcAft>
                <a:spcPts val="1200"/>
              </a:spcAft>
              <a:buFont typeface="+mj-lt"/>
              <a:buAutoNum type="arabicPeriod"/>
              <a:defRPr sz="2000"/>
            </a:lvl1pPr>
            <a:lvl2pPr marL="800100" indent="-512064">
              <a:lnSpc>
                <a:spcPct val="100000"/>
              </a:lnSpc>
              <a:spcBef>
                <a:spcPts val="600"/>
              </a:spcBef>
              <a:spcAft>
                <a:spcPts val="1200"/>
              </a:spcAft>
              <a:buFont typeface="+mj-lt"/>
              <a:buAutoNum type="arabicPeriod"/>
              <a:defRPr sz="1800"/>
            </a:lvl2pPr>
            <a:lvl3pPr marL="1257300" indent="-512064">
              <a:lnSpc>
                <a:spcPct val="100000"/>
              </a:lnSpc>
              <a:spcBef>
                <a:spcPts val="600"/>
              </a:spcBef>
              <a:spcAft>
                <a:spcPts val="1200"/>
              </a:spcAft>
              <a:buFont typeface="+mj-lt"/>
              <a:buAutoNum type="arabicPeriod"/>
              <a:defRPr sz="1600"/>
            </a:lvl3pPr>
            <a:lvl4pPr marL="1714500" indent="-512064">
              <a:lnSpc>
                <a:spcPct val="100000"/>
              </a:lnSpc>
              <a:spcBef>
                <a:spcPts val="600"/>
              </a:spcBef>
              <a:spcAft>
                <a:spcPts val="1200"/>
              </a:spcAft>
              <a:buFont typeface="+mj-lt"/>
              <a:buAutoNum type="arabicPeriod"/>
              <a:defRPr sz="1400"/>
            </a:lvl4pPr>
            <a:lvl5pPr marL="2171700" indent="-512064">
              <a:lnSpc>
                <a:spcPct val="100000"/>
              </a:lnSpc>
              <a:spcBef>
                <a:spcPts val="600"/>
              </a:spcBef>
              <a:spcAft>
                <a:spcPts val="1200"/>
              </a:spcAft>
              <a:buFont typeface="+mj-lt"/>
              <a:buAutoNum type="arabicPeriod"/>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a:extLst>
              <a:ext uri="{FF2B5EF4-FFF2-40B4-BE49-F238E27FC236}">
                <a16:creationId xmlns:a16="http://schemas.microsoft.com/office/drawing/2014/main" id="{CB9E0096-D944-5245-13D4-92814D4D59C7}"/>
              </a:ext>
            </a:extLst>
          </p:cNvPr>
          <p:cNvSpPr>
            <a:spLocks noGrp="1"/>
          </p:cNvSpPr>
          <p:nvPr>
            <p:ph sz="quarter" idx="11" hasCustomPrompt="1"/>
          </p:nvPr>
        </p:nvSpPr>
        <p:spPr>
          <a:xfrm>
            <a:off x="7954195" y="2377871"/>
            <a:ext cx="3840407" cy="4359402"/>
          </a:xfrm>
        </p:spPr>
        <p:txBody>
          <a:bodyPr>
            <a:normAutofit/>
          </a:bodyPr>
          <a:lstStyle>
            <a:lvl1pPr marL="0" indent="0">
              <a:lnSpc>
                <a:spcPct val="100000"/>
              </a:lnSpc>
              <a:spcBef>
                <a:spcPts val="600"/>
              </a:spcBef>
              <a:spcAft>
                <a:spcPts val="1200"/>
              </a:spcAft>
              <a:buNone/>
              <a:defRPr sz="2000"/>
            </a:lvl1pPr>
            <a:lvl2pPr marL="457200" indent="0">
              <a:lnSpc>
                <a:spcPct val="100000"/>
              </a:lnSpc>
              <a:spcBef>
                <a:spcPts val="600"/>
              </a:spcBef>
              <a:spcAft>
                <a:spcPts val="1200"/>
              </a:spcAft>
              <a:buNone/>
              <a:defRPr sz="1800"/>
            </a:lvl2pPr>
            <a:lvl3pPr marL="914400" indent="0">
              <a:lnSpc>
                <a:spcPct val="100000"/>
              </a:lnSpc>
              <a:spcBef>
                <a:spcPts val="600"/>
              </a:spcBef>
              <a:spcAft>
                <a:spcPts val="1200"/>
              </a:spcAft>
              <a:buNone/>
              <a:defRPr sz="1600"/>
            </a:lvl3pPr>
            <a:lvl4pPr marL="1371600" indent="0">
              <a:lnSpc>
                <a:spcPct val="100000"/>
              </a:lnSpc>
              <a:spcBef>
                <a:spcPts val="600"/>
              </a:spcBef>
              <a:spcAft>
                <a:spcPts val="1200"/>
              </a:spcAft>
              <a:buNone/>
              <a:defRPr sz="1400"/>
            </a:lvl4pPr>
            <a:lvl5pPr marL="1828800" indent="0">
              <a:lnSpc>
                <a:spcPct val="100000"/>
              </a:lnSpc>
              <a:spcBef>
                <a:spcPts val="600"/>
              </a:spcBef>
              <a:spcAft>
                <a:spcPts val="1200"/>
              </a:spcAft>
              <a:buNone/>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06143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690D34EE-F9DA-E443-4A73-7A028CD1DC77}"/>
              </a:ext>
            </a:extLst>
          </p:cNvPr>
          <p:cNvSpPr/>
          <p:nvPr userDrawn="1"/>
        </p:nvSpPr>
        <p:spPr>
          <a:xfrm>
            <a:off x="6576005" y="6244034"/>
            <a:ext cx="5128931" cy="613967"/>
          </a:xfrm>
          <a:custGeom>
            <a:avLst/>
            <a:gdLst>
              <a:gd name="connsiteX0" fmla="*/ 4291965 w 5128931"/>
              <a:gd name="connsiteY0" fmla="*/ 60 h 613967"/>
              <a:gd name="connsiteX1" fmla="*/ 4666198 w 5128931"/>
              <a:gd name="connsiteY1" fmla="*/ 89254 h 613967"/>
              <a:gd name="connsiteX2" fmla="*/ 5101197 w 5128931"/>
              <a:gd name="connsiteY2" fmla="*/ 537690 h 613967"/>
              <a:gd name="connsiteX3" fmla="*/ 5128931 w 5128931"/>
              <a:gd name="connsiteY3" fmla="*/ 613967 h 613967"/>
              <a:gd name="connsiteX4" fmla="*/ 0 w 5128931"/>
              <a:gd name="connsiteY4" fmla="*/ 613967 h 613967"/>
              <a:gd name="connsiteX5" fmla="*/ 15614 w 5128931"/>
              <a:gd name="connsiteY5" fmla="*/ 593375 h 613967"/>
              <a:gd name="connsiteX6" fmla="*/ 81739 w 5128931"/>
              <a:gd name="connsiteY6" fmla="*/ 517786 h 613967"/>
              <a:gd name="connsiteX7" fmla="*/ 2139708 w 5128931"/>
              <a:gd name="connsiteY7" fmla="*/ 331996 h 613967"/>
              <a:gd name="connsiteX8" fmla="*/ 4291965 w 5128931"/>
              <a:gd name="connsiteY8" fmla="*/ 60 h 613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28931" h="613967">
                <a:moveTo>
                  <a:pt x="4291965" y="60"/>
                </a:moveTo>
                <a:cubicBezTo>
                  <a:pt x="4425259" y="-1390"/>
                  <a:pt x="4550210" y="23536"/>
                  <a:pt x="4666198" y="89254"/>
                </a:cubicBezTo>
                <a:cubicBezTo>
                  <a:pt x="4891999" y="217207"/>
                  <a:pt x="5029133" y="370815"/>
                  <a:pt x="5101197" y="537690"/>
                </a:cubicBezTo>
                <a:lnTo>
                  <a:pt x="5128931" y="613967"/>
                </a:lnTo>
                <a:lnTo>
                  <a:pt x="0" y="613967"/>
                </a:lnTo>
                <a:lnTo>
                  <a:pt x="15614" y="593375"/>
                </a:lnTo>
                <a:cubicBezTo>
                  <a:pt x="37505" y="566465"/>
                  <a:pt x="59606" y="541212"/>
                  <a:pt x="81739" y="517786"/>
                </a:cubicBezTo>
                <a:cubicBezTo>
                  <a:pt x="726324" y="-164414"/>
                  <a:pt x="1567784" y="212292"/>
                  <a:pt x="2139708" y="331996"/>
                </a:cubicBezTo>
                <a:cubicBezTo>
                  <a:pt x="2980088" y="507931"/>
                  <a:pt x="3714356" y="6344"/>
                  <a:pt x="4291965" y="60"/>
                </a:cubicBezTo>
                <a:close/>
              </a:path>
            </a:pathLst>
          </a:custGeom>
          <a:solidFill>
            <a:schemeClr val="accent1"/>
          </a:solidFill>
          <a:ln w="2373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Freeform: Shape 20">
            <a:extLst>
              <a:ext uri="{FF2B5EF4-FFF2-40B4-BE49-F238E27FC236}">
                <a16:creationId xmlns:a16="http://schemas.microsoft.com/office/drawing/2014/main" id="{DBA1AC28-AEBA-F273-D81B-DCB3F7595C06}"/>
              </a:ext>
            </a:extLst>
          </p:cNvPr>
          <p:cNvSpPr/>
          <p:nvPr userDrawn="1"/>
        </p:nvSpPr>
        <p:spPr>
          <a:xfrm>
            <a:off x="11450906" y="3547173"/>
            <a:ext cx="741094" cy="3164819"/>
          </a:xfrm>
          <a:custGeom>
            <a:avLst/>
            <a:gdLst>
              <a:gd name="connsiteX0" fmla="*/ 741094 w 741094"/>
              <a:gd name="connsiteY0" fmla="*/ 0 h 3164819"/>
              <a:gd name="connsiteX1" fmla="*/ 741094 w 741094"/>
              <a:gd name="connsiteY1" fmla="*/ 3164819 h 3164819"/>
              <a:gd name="connsiteX2" fmla="*/ 696311 w 741094"/>
              <a:gd name="connsiteY2" fmla="*/ 3128887 h 3164819"/>
              <a:gd name="connsiteX3" fmla="*/ 66029 w 741094"/>
              <a:gd name="connsiteY3" fmla="*/ 2098526 h 3164819"/>
              <a:gd name="connsiteX4" fmla="*/ 659081 w 741094"/>
              <a:gd name="connsiteY4" fmla="*/ 69283 h 3164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094" h="3164819">
                <a:moveTo>
                  <a:pt x="741094" y="0"/>
                </a:moveTo>
                <a:lnTo>
                  <a:pt x="741094" y="3164819"/>
                </a:lnTo>
                <a:lnTo>
                  <a:pt x="696311" y="3128887"/>
                </a:lnTo>
                <a:cubicBezTo>
                  <a:pt x="398216" y="2865259"/>
                  <a:pt x="172941" y="2512853"/>
                  <a:pt x="66029" y="2098526"/>
                </a:cubicBezTo>
                <a:cubicBezTo>
                  <a:pt x="-129976" y="1338929"/>
                  <a:pt x="122879" y="568970"/>
                  <a:pt x="659081" y="69283"/>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11" name="Block Arc 10">
            <a:extLst>
              <a:ext uri="{FF2B5EF4-FFF2-40B4-BE49-F238E27FC236}">
                <a16:creationId xmlns:a16="http://schemas.microsoft.com/office/drawing/2014/main" id="{BEF5AD5C-8D5B-14F6-F688-592B022821E7}"/>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63343CA5-4CA0-41D9-7ED0-D8D9D96A1D36}"/>
              </a:ext>
            </a:extLst>
          </p:cNvPr>
          <p:cNvSpPr>
            <a:spLocks noGrp="1"/>
          </p:cNvSpPr>
          <p:nvPr>
            <p:ph type="title" hasCustomPrompt="1"/>
          </p:nvPr>
        </p:nvSpPr>
        <p:spPr>
          <a:xfrm>
            <a:off x="914400" y="914400"/>
            <a:ext cx="10360152" cy="3657600"/>
          </a:xfrm>
        </p:spPr>
        <p:txBody>
          <a:bodyPr anchor="b">
            <a:noAutofit/>
          </a:bodyPr>
          <a:lstStyle>
            <a:lvl1pPr algn="ctr">
              <a:lnSpc>
                <a:spcPct val="75000"/>
              </a:lnSpc>
              <a:defRPr sz="5400" cap="all" spc="600" baseline="0"/>
            </a:lvl1pPr>
          </a:lstStyle>
          <a:p>
            <a:r>
              <a:rPr lang="en-US" dirty="0"/>
              <a:t>Click to add title</a:t>
            </a:r>
          </a:p>
        </p:txBody>
      </p:sp>
      <p:sp>
        <p:nvSpPr>
          <p:cNvPr id="15" name="Content Placeholder 14">
            <a:extLst>
              <a:ext uri="{FF2B5EF4-FFF2-40B4-BE49-F238E27FC236}">
                <a16:creationId xmlns:a16="http://schemas.microsoft.com/office/drawing/2014/main" id="{FFB058F7-2BE2-A189-1B03-F472C5510883}"/>
              </a:ext>
            </a:extLst>
          </p:cNvPr>
          <p:cNvSpPr>
            <a:spLocks noGrp="1"/>
          </p:cNvSpPr>
          <p:nvPr>
            <p:ph sz="quarter" idx="10" hasCustomPrompt="1"/>
          </p:nvPr>
        </p:nvSpPr>
        <p:spPr>
          <a:xfrm>
            <a:off x="1630363" y="5006113"/>
            <a:ext cx="8931275" cy="1720850"/>
          </a:xfrm>
        </p:spPr>
        <p:txBody>
          <a:bodyPr/>
          <a:lstStyle>
            <a:lvl1pPr marL="0" indent="0" algn="ctr">
              <a:spcBef>
                <a:spcPts val="0"/>
              </a:spcBef>
              <a:buNone/>
              <a:defRPr/>
            </a:lvl1pPr>
            <a:lvl2pPr marL="457200" indent="0" algn="ctr">
              <a:spcBef>
                <a:spcPts val="0"/>
              </a:spcBef>
              <a:buNone/>
              <a:defRPr/>
            </a:lvl2pPr>
            <a:lvl3pPr marL="914400" indent="0" algn="ctr">
              <a:spcBef>
                <a:spcPts val="0"/>
              </a:spcBef>
              <a:buNone/>
              <a:defRPr/>
            </a:lvl3pPr>
            <a:lvl4pPr marL="1371600" indent="0" algn="ctr">
              <a:spcBef>
                <a:spcPts val="0"/>
              </a:spcBef>
              <a:buNone/>
              <a:defRPr/>
            </a:lvl4pPr>
            <a:lvl5pPr marL="1828800" indent="0" algn="ctr">
              <a:spcBef>
                <a:spcPts val="0"/>
              </a:spcBef>
              <a:buNone/>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Graphic 4">
            <a:extLst>
              <a:ext uri="{FF2B5EF4-FFF2-40B4-BE49-F238E27FC236}">
                <a16:creationId xmlns:a16="http://schemas.microsoft.com/office/drawing/2014/main" id="{74DA6858-F008-49D8-3E6E-18FE1289121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l="61920" b="49138"/>
          <a:stretch>
            <a:fillRect/>
          </a:stretch>
        </p:blipFill>
        <p:spPr>
          <a:xfrm rot="10800000" flipH="1" flipV="1">
            <a:off x="-9638" y="3945640"/>
            <a:ext cx="2853725" cy="2938093"/>
          </a:xfrm>
          <a:custGeom>
            <a:avLst/>
            <a:gdLst>
              <a:gd name="connsiteX0" fmla="*/ 0 w 2853725"/>
              <a:gd name="connsiteY0" fmla="*/ 0 h 2938093"/>
              <a:gd name="connsiteX1" fmla="*/ 2853725 w 2853725"/>
              <a:gd name="connsiteY1" fmla="*/ 0 h 2938093"/>
              <a:gd name="connsiteX2" fmla="*/ 2853725 w 2853725"/>
              <a:gd name="connsiteY2" fmla="*/ 2938093 h 2938093"/>
              <a:gd name="connsiteX3" fmla="*/ 0 w 2853725"/>
              <a:gd name="connsiteY3" fmla="*/ 2938093 h 2938093"/>
            </a:gdLst>
            <a:ahLst/>
            <a:cxnLst>
              <a:cxn ang="0">
                <a:pos x="connsiteX0" y="connsiteY0"/>
              </a:cxn>
              <a:cxn ang="0">
                <a:pos x="connsiteX1" y="connsiteY1"/>
              </a:cxn>
              <a:cxn ang="0">
                <a:pos x="connsiteX2" y="connsiteY2"/>
              </a:cxn>
              <a:cxn ang="0">
                <a:pos x="connsiteX3" y="connsiteY3"/>
              </a:cxn>
            </a:cxnLst>
            <a:rect l="l" t="t" r="r" b="b"/>
            <a:pathLst>
              <a:path w="2853725" h="2938093">
                <a:moveTo>
                  <a:pt x="0" y="0"/>
                </a:moveTo>
                <a:lnTo>
                  <a:pt x="2853725" y="0"/>
                </a:lnTo>
                <a:lnTo>
                  <a:pt x="2853725" y="2938093"/>
                </a:lnTo>
                <a:lnTo>
                  <a:pt x="0" y="2938093"/>
                </a:lnTo>
                <a:close/>
              </a:path>
            </a:pathLst>
          </a:custGeom>
        </p:spPr>
      </p:pic>
      <p:sp>
        <p:nvSpPr>
          <p:cNvPr id="19" name="Freeform: Shape 18">
            <a:extLst>
              <a:ext uri="{FF2B5EF4-FFF2-40B4-BE49-F238E27FC236}">
                <a16:creationId xmlns:a16="http://schemas.microsoft.com/office/drawing/2014/main" id="{AD697063-5A37-7E43-799C-8864FD42BAAC}"/>
              </a:ext>
            </a:extLst>
          </p:cNvPr>
          <p:cNvSpPr/>
          <p:nvPr userDrawn="1"/>
        </p:nvSpPr>
        <p:spPr>
          <a:xfrm>
            <a:off x="9063204" y="0"/>
            <a:ext cx="3128797" cy="2679752"/>
          </a:xfrm>
          <a:custGeom>
            <a:avLst/>
            <a:gdLst>
              <a:gd name="connsiteX0" fmla="*/ 3128797 w 3128797"/>
              <a:gd name="connsiteY0" fmla="*/ 879358 h 2679752"/>
              <a:gd name="connsiteX1" fmla="*/ 3128797 w 3128797"/>
              <a:gd name="connsiteY1" fmla="*/ 2679752 h 2679752"/>
              <a:gd name="connsiteX2" fmla="*/ 3059267 w 3128797"/>
              <a:gd name="connsiteY2" fmla="*/ 2608151 h 2679752"/>
              <a:gd name="connsiteX3" fmla="*/ 2764395 w 3128797"/>
              <a:gd name="connsiteY3" fmla="*/ 1724021 h 2679752"/>
              <a:gd name="connsiteX4" fmla="*/ 3093998 w 3128797"/>
              <a:gd name="connsiteY4" fmla="*/ 985035 h 2679752"/>
              <a:gd name="connsiteX5" fmla="*/ 0 w 3128797"/>
              <a:gd name="connsiteY5" fmla="*/ 0 h 2679752"/>
              <a:gd name="connsiteX6" fmla="*/ 3128797 w 3128797"/>
              <a:gd name="connsiteY6" fmla="*/ 0 h 2679752"/>
              <a:gd name="connsiteX7" fmla="*/ 3128797 w 3128797"/>
              <a:gd name="connsiteY7" fmla="*/ 550788 h 2679752"/>
              <a:gd name="connsiteX8" fmla="*/ 3123603 w 3128797"/>
              <a:gd name="connsiteY8" fmla="*/ 534564 h 2679752"/>
              <a:gd name="connsiteX9" fmla="*/ 1737201 w 3128797"/>
              <a:gd name="connsiteY9" fmla="*/ 374784 h 2679752"/>
              <a:gd name="connsiteX10" fmla="*/ 534991 w 3128797"/>
              <a:gd name="connsiteY10" fmla="*/ 378865 h 2679752"/>
              <a:gd name="connsiteX11" fmla="*/ 147047 w 3128797"/>
              <a:gd name="connsiteY11" fmla="*/ 143968 h 2679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28797" h="2679752">
                <a:moveTo>
                  <a:pt x="3128797" y="879358"/>
                </a:moveTo>
                <a:lnTo>
                  <a:pt x="3128797" y="2679752"/>
                </a:lnTo>
                <a:lnTo>
                  <a:pt x="3059267" y="2608151"/>
                </a:lnTo>
                <a:cubicBezTo>
                  <a:pt x="2845801" y="2364562"/>
                  <a:pt x="2737482" y="2047511"/>
                  <a:pt x="2764395" y="1724021"/>
                </a:cubicBezTo>
                <a:cubicBezTo>
                  <a:pt x="2789869" y="1485736"/>
                  <a:pt x="2988975" y="1235917"/>
                  <a:pt x="3093998" y="985035"/>
                </a:cubicBezTo>
                <a:close/>
                <a:moveTo>
                  <a:pt x="0" y="0"/>
                </a:moveTo>
                <a:lnTo>
                  <a:pt x="3128797" y="0"/>
                </a:lnTo>
                <a:lnTo>
                  <a:pt x="3128797" y="550788"/>
                </a:lnTo>
                <a:lnTo>
                  <a:pt x="3123603" y="534564"/>
                </a:lnTo>
                <a:cubicBezTo>
                  <a:pt x="2933666" y="80785"/>
                  <a:pt x="2078477" y="268334"/>
                  <a:pt x="1737201" y="374784"/>
                </a:cubicBezTo>
                <a:cubicBezTo>
                  <a:pt x="1414305" y="472235"/>
                  <a:pt x="872573" y="510694"/>
                  <a:pt x="534991" y="378865"/>
                </a:cubicBezTo>
                <a:cubicBezTo>
                  <a:pt x="393838" y="323373"/>
                  <a:pt x="264165" y="243263"/>
                  <a:pt x="147047" y="143968"/>
                </a:cubicBezTo>
                <a:close/>
              </a:path>
            </a:pathLst>
          </a:custGeom>
          <a:solidFill>
            <a:schemeClr val="accent3"/>
          </a:solidFill>
          <a:ln w="4025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A8CB1A0F-CA1C-711E-F4D9-F402746EC55D}"/>
              </a:ext>
            </a:extLst>
          </p:cNvPr>
          <p:cNvSpPr/>
          <p:nvPr userDrawn="1"/>
        </p:nvSpPr>
        <p:spPr>
          <a:xfrm>
            <a:off x="-9637" y="1"/>
            <a:ext cx="2617625" cy="3478627"/>
          </a:xfrm>
          <a:custGeom>
            <a:avLst/>
            <a:gdLst>
              <a:gd name="connsiteX0" fmla="*/ 0 w 2617625"/>
              <a:gd name="connsiteY0" fmla="*/ 0 h 3478627"/>
              <a:gd name="connsiteX1" fmla="*/ 2617625 w 2617625"/>
              <a:gd name="connsiteY1" fmla="*/ 0 h 3478627"/>
              <a:gd name="connsiteX2" fmla="*/ 2553291 w 2617625"/>
              <a:gd name="connsiteY2" fmla="*/ 101454 h 3478627"/>
              <a:gd name="connsiteX3" fmla="*/ 1240549 w 2617625"/>
              <a:gd name="connsiteY3" fmla="*/ 958722 h 3478627"/>
              <a:gd name="connsiteX4" fmla="*/ 955351 w 2617625"/>
              <a:gd name="connsiteY4" fmla="*/ 1199055 h 3478627"/>
              <a:gd name="connsiteX5" fmla="*/ 600934 w 2617625"/>
              <a:gd name="connsiteY5" fmla="*/ 1984701 h 3478627"/>
              <a:gd name="connsiteX6" fmla="*/ 38433 w 2617625"/>
              <a:gd name="connsiteY6" fmla="*/ 3435524 h 3478627"/>
              <a:gd name="connsiteX7" fmla="*/ 0 w 2617625"/>
              <a:gd name="connsiteY7" fmla="*/ 3478627 h 347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17625" h="3478627">
                <a:moveTo>
                  <a:pt x="0" y="0"/>
                </a:moveTo>
                <a:lnTo>
                  <a:pt x="2617625" y="0"/>
                </a:lnTo>
                <a:lnTo>
                  <a:pt x="2553291" y="101454"/>
                </a:lnTo>
                <a:cubicBezTo>
                  <a:pt x="2193600" y="596780"/>
                  <a:pt x="1511980" y="777778"/>
                  <a:pt x="1240549" y="958722"/>
                </a:cubicBezTo>
                <a:cubicBezTo>
                  <a:pt x="1133381" y="1026274"/>
                  <a:pt x="1037426" y="1107134"/>
                  <a:pt x="955351" y="1199055"/>
                </a:cubicBezTo>
                <a:cubicBezTo>
                  <a:pt x="758369" y="1419663"/>
                  <a:pt x="648207" y="1608072"/>
                  <a:pt x="600934" y="1984701"/>
                </a:cubicBezTo>
                <a:cubicBezTo>
                  <a:pt x="539729" y="2480023"/>
                  <a:pt x="361052" y="3033377"/>
                  <a:pt x="38433" y="3435524"/>
                </a:cubicBezTo>
                <a:lnTo>
                  <a:pt x="0" y="3478627"/>
                </a:lnTo>
                <a:close/>
              </a:path>
            </a:pathLst>
          </a:custGeom>
          <a:solidFill>
            <a:schemeClr val="accent5"/>
          </a:solidFill>
          <a:ln w="2518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992717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0FBD2995-6344-0C11-3D12-6B4C7A5F228C}"/>
              </a:ext>
              <a:ext uri="{C183D7F6-B498-43B3-948B-1728B52AA6E4}">
                <adec:decorative xmlns:adec="http://schemas.microsoft.com/office/drawing/2017/decorative" val="1"/>
              </a:ext>
            </a:extLst>
          </p:cNvPr>
          <p:cNvCxnSpPr>
            <a:cxnSpLocks/>
          </p:cNvCxnSpPr>
          <p:nvPr userDrawn="1"/>
        </p:nvCxnSpPr>
        <p:spPr>
          <a:xfrm>
            <a:off x="5921979" y="834643"/>
            <a:ext cx="556898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lock Arc 8">
            <a:extLst>
              <a:ext uri="{FF2B5EF4-FFF2-40B4-BE49-F238E27FC236}">
                <a16:creationId xmlns:a16="http://schemas.microsoft.com/office/drawing/2014/main" id="{1CA7618C-E262-114D-F36B-190A5C994B08}"/>
              </a:ext>
              <a:ext uri="{C183D7F6-B498-43B3-948B-1728B52AA6E4}">
                <adec:decorative xmlns:adec="http://schemas.microsoft.com/office/drawing/2017/decorative" val="1"/>
              </a:ext>
            </a:extLst>
          </p:cNvPr>
          <p:cNvSpPr/>
          <p:nvPr userDrawn="1"/>
        </p:nvSpPr>
        <p:spPr>
          <a:xfrm rot="10800000">
            <a:off x="5921979" y="188942"/>
            <a:ext cx="348041" cy="348041"/>
          </a:xfrm>
          <a:prstGeom prst="blockArc">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Title Placeholder 1">
            <a:extLst>
              <a:ext uri="{FF2B5EF4-FFF2-40B4-BE49-F238E27FC236}">
                <a16:creationId xmlns:a16="http://schemas.microsoft.com/office/drawing/2014/main" id="{A49B6E6B-2A0F-CE8A-E5C4-DD990D43D35E}"/>
              </a:ext>
            </a:extLst>
          </p:cNvPr>
          <p:cNvSpPr>
            <a:spLocks noGrp="1"/>
          </p:cNvSpPr>
          <p:nvPr>
            <p:ph type="title" hasCustomPrompt="1"/>
          </p:nvPr>
        </p:nvSpPr>
        <p:spPr>
          <a:xfrm>
            <a:off x="680322" y="536376"/>
            <a:ext cx="4987598" cy="2133085"/>
          </a:xfrm>
          <a:prstGeom prst="rect">
            <a:avLst/>
          </a:prstGeom>
        </p:spPr>
        <p:txBody>
          <a:bodyPr vert="horz" lIns="0" tIns="45720" rIns="91440" bIns="45720" rtlCol="0" anchor="t">
            <a:noAutofit/>
          </a:bodyPr>
          <a:lstStyle>
            <a:lvl1pPr>
              <a:defRPr sz="3200" spc="300"/>
            </a:lvl1pPr>
          </a:lstStyle>
          <a:p>
            <a:r>
              <a:rPr lang="en-US" dirty="0"/>
              <a:t>Click to add title</a:t>
            </a:r>
          </a:p>
        </p:txBody>
      </p:sp>
      <p:sp>
        <p:nvSpPr>
          <p:cNvPr id="7" name="Footer Placeholder 4">
            <a:extLst>
              <a:ext uri="{FF2B5EF4-FFF2-40B4-BE49-F238E27FC236}">
                <a16:creationId xmlns:a16="http://schemas.microsoft.com/office/drawing/2014/main" id="{C2F7C452-F8B7-9780-039C-30CEF6E838BD}"/>
              </a:ext>
            </a:extLst>
          </p:cNvPr>
          <p:cNvSpPr>
            <a:spLocks noGrp="1"/>
          </p:cNvSpPr>
          <p:nvPr>
            <p:ph type="ftr" sz="quarter" idx="3"/>
          </p:nvPr>
        </p:nvSpPr>
        <p:spPr>
          <a:xfrm>
            <a:off x="6594050" y="155448"/>
            <a:ext cx="4164972" cy="471672"/>
          </a:xfrm>
          <a:prstGeom prst="rect">
            <a:avLst/>
          </a:prstGeom>
        </p:spPr>
        <p:txBody>
          <a:bodyPr vert="horz" lIns="0" tIns="45720" rIns="91440" bIns="45720" rtlCol="0" anchor="b"/>
          <a:lstStyle>
            <a:lvl1pPr algn="r">
              <a:defRPr sz="1200" spc="300">
                <a:solidFill>
                  <a:schemeClr val="bg1"/>
                </a:solidFill>
                <a:latin typeface="+mn-lt"/>
              </a:defRPr>
            </a:lvl1pPr>
          </a:lstStyle>
          <a:p>
            <a:r>
              <a:rPr lang="en-US" dirty="0"/>
              <a:t>PRESENTATION TITLE</a:t>
            </a:r>
          </a:p>
        </p:txBody>
      </p:sp>
      <p:sp>
        <p:nvSpPr>
          <p:cNvPr id="8" name="Slide Number Placeholder 5">
            <a:extLst>
              <a:ext uri="{FF2B5EF4-FFF2-40B4-BE49-F238E27FC236}">
                <a16:creationId xmlns:a16="http://schemas.microsoft.com/office/drawing/2014/main" id="{DCA2FC66-19AF-2F4C-EFFA-F968C93546DA}"/>
              </a:ext>
            </a:extLst>
          </p:cNvPr>
          <p:cNvSpPr>
            <a:spLocks noGrp="1"/>
          </p:cNvSpPr>
          <p:nvPr>
            <p:ph type="sldNum" sz="quarter" idx="4"/>
          </p:nvPr>
        </p:nvSpPr>
        <p:spPr>
          <a:xfrm>
            <a:off x="11142921" y="155448"/>
            <a:ext cx="348039" cy="471672"/>
          </a:xfrm>
          <a:prstGeom prst="rect">
            <a:avLst/>
          </a:prstGeom>
        </p:spPr>
        <p:txBody>
          <a:bodyPr vert="horz" lIns="0" tIns="45720" rIns="0" bIns="45720" rtlCol="0" anchor="b"/>
          <a:lstStyle>
            <a:lvl1pPr algn="r">
              <a:defRPr sz="1200" b="1" i="0">
                <a:solidFill>
                  <a:schemeClr val="bg1"/>
                </a:solidFill>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505597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41830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bg1"/>
                </a:solidFill>
                <a:latin typeface="+mn-lt"/>
              </a:defRPr>
            </a:lvl1pPr>
          </a:lstStyle>
          <a:p>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bg1"/>
                </a:solidFill>
                <a:latin typeface="+mn-lt"/>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bg1"/>
                </a:solidFill>
                <a:latin typeface="+mn-lt"/>
              </a:defRPr>
            </a:lvl1pPr>
          </a:lstStyle>
          <a:p>
            <a:fld id="{6D22F896-40B5-4ADD-8801-0D06FADFA09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70" r:id="rId14"/>
    <p:sldLayoutId id="2147483669" r:id="rId15"/>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hf hdr="0" dt="0"/>
  <p:txStyles>
    <p:titleStyle>
      <a:lvl1pPr algn="l" defTabSz="914400" rtl="0" eaLnBrk="1" latinLnBrk="0" hangingPunct="1">
        <a:lnSpc>
          <a:spcPct val="90000"/>
        </a:lnSpc>
        <a:spcBef>
          <a:spcPct val="0"/>
        </a:spcBef>
        <a:buNone/>
        <a:defRPr sz="3600" kern="1200" cap="all" baseline="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27.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612DB-62CB-A384-9219-BA28D4BC0995}"/>
              </a:ext>
            </a:extLst>
          </p:cNvPr>
          <p:cNvSpPr>
            <a:spLocks noGrp="1"/>
          </p:cNvSpPr>
          <p:nvPr>
            <p:ph type="title"/>
          </p:nvPr>
        </p:nvSpPr>
        <p:spPr>
          <a:xfrm>
            <a:off x="3273811" y="255341"/>
            <a:ext cx="8347322" cy="2142285"/>
          </a:xfrm>
        </p:spPr>
        <p:txBody>
          <a:bodyPr/>
          <a:lstStyle/>
          <a:p>
            <a:r>
              <a:rPr lang="en-US" b="1" dirty="0" err="1">
                <a:solidFill>
                  <a:schemeClr val="bg1"/>
                </a:solidFill>
                <a:ea typeface="+mj-lt"/>
                <a:cs typeface="+mj-lt"/>
              </a:rPr>
              <a:t>Cricbuzz</a:t>
            </a:r>
            <a:r>
              <a:rPr lang="en-US" b="1" dirty="0">
                <a:solidFill>
                  <a:schemeClr val="bg1"/>
                </a:solidFill>
                <a:ea typeface="+mj-lt"/>
                <a:cs typeface="+mj-lt"/>
              </a:rPr>
              <a:t> </a:t>
            </a:r>
            <a:r>
              <a:rPr lang="en-US" b="1" dirty="0" err="1">
                <a:solidFill>
                  <a:schemeClr val="bg1"/>
                </a:solidFill>
                <a:ea typeface="+mj-lt"/>
                <a:cs typeface="+mj-lt"/>
              </a:rPr>
              <a:t>LiveStats</a:t>
            </a:r>
            <a:br>
              <a:rPr lang="en-US" dirty="0">
                <a:solidFill>
                  <a:schemeClr val="bg1"/>
                </a:solidFill>
                <a:ea typeface="+mj-lt"/>
                <a:cs typeface="+mj-lt"/>
              </a:rPr>
            </a:br>
            <a:endParaRPr lang="en-US" sz="2400" b="1">
              <a:solidFill>
                <a:schemeClr val="bg1"/>
              </a:solidFill>
            </a:endParaRPr>
          </a:p>
        </p:txBody>
      </p:sp>
      <p:sp>
        <p:nvSpPr>
          <p:cNvPr id="4" name="TextBox 3">
            <a:extLst>
              <a:ext uri="{FF2B5EF4-FFF2-40B4-BE49-F238E27FC236}">
                <a16:creationId xmlns:a16="http://schemas.microsoft.com/office/drawing/2014/main" id="{F7783AC2-F338-A79D-7F7D-119D9EF033BB}"/>
              </a:ext>
            </a:extLst>
          </p:cNvPr>
          <p:cNvSpPr txBox="1"/>
          <p:nvPr/>
        </p:nvSpPr>
        <p:spPr>
          <a:xfrm>
            <a:off x="8188052" y="5671719"/>
            <a:ext cx="448250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a:solidFill>
                  <a:schemeClr val="bg1"/>
                </a:solidFill>
                <a:ea typeface="+mn-lt"/>
                <a:cs typeface="+mn-lt"/>
              </a:rPr>
              <a:t>Domain</a:t>
            </a:r>
            <a:r>
              <a:rPr lang="en-US">
                <a:solidFill>
                  <a:schemeClr val="bg1"/>
                </a:solidFill>
                <a:ea typeface="+mn-lt"/>
                <a:cs typeface="+mn-lt"/>
              </a:rPr>
              <a:t>: Sports Analytics </a:t>
            </a:r>
            <a:endParaRPr lang="en-US" dirty="0">
              <a:solidFill>
                <a:schemeClr val="bg1"/>
              </a:solidFill>
            </a:endParaRPr>
          </a:p>
          <a:p>
            <a:pPr marL="285750" indent="-285750">
              <a:buFont typeface="Arial"/>
              <a:buChar char="•"/>
            </a:pPr>
            <a:r>
              <a:rPr lang="en-US" b="1">
                <a:solidFill>
                  <a:schemeClr val="bg1"/>
                </a:solidFill>
                <a:ea typeface="+mn-lt"/>
                <a:cs typeface="+mn-lt"/>
              </a:rPr>
              <a:t>Prepared By</a:t>
            </a:r>
            <a:r>
              <a:rPr lang="en-US">
                <a:solidFill>
                  <a:schemeClr val="bg1"/>
                </a:solidFill>
                <a:ea typeface="+mn-lt"/>
                <a:cs typeface="+mn-lt"/>
              </a:rPr>
              <a:t>: Deepika Sunil</a:t>
            </a:r>
            <a:endParaRPr lang="en-US" dirty="0">
              <a:solidFill>
                <a:schemeClr val="bg1"/>
              </a:solidFill>
            </a:endParaRPr>
          </a:p>
          <a:p>
            <a:pPr algn="l"/>
            <a:endParaRPr lang="en-US" dirty="0">
              <a:solidFill>
                <a:schemeClr val="bg1"/>
              </a:solidFill>
            </a:endParaRPr>
          </a:p>
        </p:txBody>
      </p:sp>
      <p:sp>
        <p:nvSpPr>
          <p:cNvPr id="8" name="TextBox 7">
            <a:extLst>
              <a:ext uri="{FF2B5EF4-FFF2-40B4-BE49-F238E27FC236}">
                <a16:creationId xmlns:a16="http://schemas.microsoft.com/office/drawing/2014/main" id="{7A9A7260-D5A4-FE05-6E9C-250142C98472}"/>
              </a:ext>
            </a:extLst>
          </p:cNvPr>
          <p:cNvSpPr txBox="1"/>
          <p:nvPr/>
        </p:nvSpPr>
        <p:spPr>
          <a:xfrm>
            <a:off x="4883727" y="2805545"/>
            <a:ext cx="587086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en-US" sz="2400" dirty="0">
                <a:solidFill>
                  <a:srgbClr val="000000"/>
                </a:solidFill>
              </a:rPr>
            </a:br>
            <a:r>
              <a:rPr lang="en-US" sz="2400" b="1" cap="all">
                <a:solidFill>
                  <a:schemeClr val="bg1"/>
                </a:solidFill>
              </a:rPr>
              <a:t>Real-Time Cricket Insights &amp; SQL-Based Analytics</a:t>
            </a:r>
            <a:endParaRPr lang="en-US">
              <a:solidFill>
                <a:schemeClr val="bg1"/>
              </a:solidFill>
            </a:endParaRPr>
          </a:p>
        </p:txBody>
      </p:sp>
    </p:spTree>
    <p:extLst>
      <p:ext uri="{BB962C8B-B14F-4D97-AF65-F5344CB8AC3E}">
        <p14:creationId xmlns:p14="http://schemas.microsoft.com/office/powerpoint/2010/main" val="311037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F6524-F7ED-4A7D-26BB-56EB99225727}"/>
              </a:ext>
            </a:extLst>
          </p:cNvPr>
          <p:cNvSpPr>
            <a:spLocks noGrp="1"/>
          </p:cNvSpPr>
          <p:nvPr>
            <p:ph type="title"/>
          </p:nvPr>
        </p:nvSpPr>
        <p:spPr>
          <a:xfrm>
            <a:off x="699372" y="536983"/>
            <a:ext cx="4987598" cy="5044668"/>
          </a:xfrm>
        </p:spPr>
        <p:txBody>
          <a:bodyPr/>
          <a:lstStyle/>
          <a:p>
            <a:r>
              <a:rPr lang="en-US" b="1">
                <a:ea typeface="+mj-lt"/>
                <a:cs typeface="+mj-lt"/>
              </a:rPr>
              <a:t>Problem Statement</a:t>
            </a:r>
            <a:endParaRPr lang="en-US" b="1"/>
          </a:p>
        </p:txBody>
      </p:sp>
      <p:sp>
        <p:nvSpPr>
          <p:cNvPr id="3" name="Slide Number Placeholder 2">
            <a:extLst>
              <a:ext uri="{FF2B5EF4-FFF2-40B4-BE49-F238E27FC236}">
                <a16:creationId xmlns:a16="http://schemas.microsoft.com/office/drawing/2014/main" id="{AC4EF451-55E7-0F63-38C4-6695709D0CD5}"/>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2</a:t>
            </a:fld>
            <a:endParaRPr lang="en-US" dirty="0"/>
          </a:p>
        </p:txBody>
      </p:sp>
      <p:sp>
        <p:nvSpPr>
          <p:cNvPr id="17" name="Content Placeholder 16">
            <a:extLst>
              <a:ext uri="{FF2B5EF4-FFF2-40B4-BE49-F238E27FC236}">
                <a16:creationId xmlns:a16="http://schemas.microsoft.com/office/drawing/2014/main" id="{3C52F232-E382-1875-253E-990D50C62826}"/>
              </a:ext>
            </a:extLst>
          </p:cNvPr>
          <p:cNvSpPr>
            <a:spLocks noGrp="1"/>
          </p:cNvSpPr>
          <p:nvPr>
            <p:ph sz="quarter" idx="10"/>
          </p:nvPr>
        </p:nvSpPr>
        <p:spPr>
          <a:xfrm>
            <a:off x="937284" y="2688206"/>
            <a:ext cx="10500385" cy="2653133"/>
          </a:xfrm>
        </p:spPr>
        <p:txBody>
          <a:bodyPr vert="horz" lIns="91440" tIns="45720" rIns="91440" bIns="45720" rtlCol="0" anchor="t">
            <a:normAutofit/>
          </a:bodyPr>
          <a:lstStyle/>
          <a:p>
            <a:r>
              <a:rPr lang="en-US" b="1">
                <a:ea typeface="+mn-lt"/>
                <a:cs typeface="+mn-lt"/>
              </a:rPr>
              <a:t>Deliverables</a:t>
            </a:r>
            <a:r>
              <a:rPr lang="en-US">
                <a:ea typeface="+mn-lt"/>
                <a:cs typeface="+mn-lt"/>
              </a:rPr>
              <a:t>:</a:t>
            </a:r>
            <a:endParaRPr lang="en-US"/>
          </a:p>
          <a:p>
            <a:r>
              <a:rPr lang="en-US">
                <a:ea typeface="+mn-lt"/>
                <a:cs typeface="+mn-lt"/>
              </a:rPr>
              <a:t>Real-time match updates.</a:t>
            </a:r>
            <a:endParaRPr lang="en-US"/>
          </a:p>
          <a:p>
            <a:r>
              <a:rPr lang="en-US">
                <a:ea typeface="+mn-lt"/>
                <a:cs typeface="+mn-lt"/>
              </a:rPr>
              <a:t>Detailed player statistics.</a:t>
            </a:r>
            <a:endParaRPr lang="en-US"/>
          </a:p>
          <a:p>
            <a:r>
              <a:rPr lang="en-US">
                <a:ea typeface="+mn-lt"/>
                <a:cs typeface="+mn-lt"/>
              </a:rPr>
              <a:t>SQL-driven analytics and full CRUD operations</a:t>
            </a:r>
            <a:endParaRPr lang="en-US"/>
          </a:p>
          <a:p>
            <a:endParaRPr lang="en-US" dirty="0"/>
          </a:p>
        </p:txBody>
      </p:sp>
      <p:sp>
        <p:nvSpPr>
          <p:cNvPr id="5" name="TextBox 4">
            <a:extLst>
              <a:ext uri="{FF2B5EF4-FFF2-40B4-BE49-F238E27FC236}">
                <a16:creationId xmlns:a16="http://schemas.microsoft.com/office/drawing/2014/main" id="{512A2DBC-EB1F-7A51-E422-1D47440E3D77}"/>
              </a:ext>
            </a:extLst>
          </p:cNvPr>
          <p:cNvSpPr txBox="1"/>
          <p:nvPr/>
        </p:nvSpPr>
        <p:spPr>
          <a:xfrm>
            <a:off x="668693" y="1166326"/>
            <a:ext cx="1079240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ea typeface="+mn-lt"/>
                <a:cs typeface="+mn-lt"/>
              </a:rPr>
              <a:t>Objective</a:t>
            </a:r>
            <a:r>
              <a:rPr lang="en-US" dirty="0">
                <a:solidFill>
                  <a:schemeClr val="bg1"/>
                </a:solidFill>
                <a:ea typeface="+mn-lt"/>
                <a:cs typeface="+mn-lt"/>
              </a:rPr>
              <a:t>: </a:t>
            </a:r>
            <a:endParaRPr lang="en-US">
              <a:solidFill>
                <a:schemeClr val="bg1"/>
              </a:solidFill>
            </a:endParaRPr>
          </a:p>
          <a:p>
            <a:r>
              <a:rPr lang="en-US" dirty="0">
                <a:solidFill>
                  <a:schemeClr val="bg1"/>
                </a:solidFill>
                <a:ea typeface="+mn-lt"/>
                <a:cs typeface="+mn-lt"/>
              </a:rPr>
              <a:t>Build a comprehensive cricket analytics dashboard integrating live data from the </a:t>
            </a:r>
            <a:r>
              <a:rPr lang="en-US" dirty="0" err="1">
                <a:solidFill>
                  <a:schemeClr val="bg1"/>
                </a:solidFill>
                <a:ea typeface="+mn-lt"/>
                <a:cs typeface="+mn-lt"/>
              </a:rPr>
              <a:t>Cricbuzz</a:t>
            </a:r>
            <a:r>
              <a:rPr lang="en-US" dirty="0">
                <a:solidFill>
                  <a:schemeClr val="bg1"/>
                </a:solidFill>
                <a:ea typeface="+mn-lt"/>
                <a:cs typeface="+mn-lt"/>
              </a:rPr>
              <a:t> API with a SQL database.</a:t>
            </a:r>
            <a:endParaRPr lang="en-US">
              <a:solidFill>
                <a:schemeClr val="bg1"/>
              </a:solidFill>
            </a:endParaRPr>
          </a:p>
        </p:txBody>
      </p:sp>
    </p:spTree>
    <p:extLst>
      <p:ext uri="{BB962C8B-B14F-4D97-AF65-F5344CB8AC3E}">
        <p14:creationId xmlns:p14="http://schemas.microsoft.com/office/powerpoint/2010/main" val="23276855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41632-63FD-1D33-3AF8-011A8F0122E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AE80B33-337A-0B2D-5B9B-146FC0F6AE1A}"/>
              </a:ext>
            </a:extLst>
          </p:cNvPr>
          <p:cNvSpPr>
            <a:spLocks noGrp="1"/>
          </p:cNvSpPr>
          <p:nvPr>
            <p:ph type="title"/>
          </p:nvPr>
        </p:nvSpPr>
        <p:spPr>
          <a:xfrm>
            <a:off x="699372" y="536983"/>
            <a:ext cx="4987598" cy="5044668"/>
          </a:xfrm>
        </p:spPr>
        <p:txBody>
          <a:bodyPr/>
          <a:lstStyle/>
          <a:p>
            <a:r>
              <a:rPr lang="en-US" b="1">
                <a:ea typeface="+mj-lt"/>
                <a:cs typeface="+mj-lt"/>
              </a:rPr>
              <a:t>Problem Statement</a:t>
            </a:r>
            <a:endParaRPr lang="en-US" b="1"/>
          </a:p>
        </p:txBody>
      </p:sp>
      <p:sp>
        <p:nvSpPr>
          <p:cNvPr id="3" name="Slide Number Placeholder 2">
            <a:extLst>
              <a:ext uri="{FF2B5EF4-FFF2-40B4-BE49-F238E27FC236}">
                <a16:creationId xmlns:a16="http://schemas.microsoft.com/office/drawing/2014/main" id="{1DFF7BA0-2537-72FE-B013-EB2C52786070}"/>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3</a:t>
            </a:fld>
            <a:endParaRPr lang="en-US" dirty="0"/>
          </a:p>
        </p:txBody>
      </p:sp>
      <p:sp>
        <p:nvSpPr>
          <p:cNvPr id="17" name="Content Placeholder 16">
            <a:extLst>
              <a:ext uri="{FF2B5EF4-FFF2-40B4-BE49-F238E27FC236}">
                <a16:creationId xmlns:a16="http://schemas.microsoft.com/office/drawing/2014/main" id="{131DA881-BAB3-1556-A118-97AD3D9C5C84}"/>
              </a:ext>
            </a:extLst>
          </p:cNvPr>
          <p:cNvSpPr>
            <a:spLocks noGrp="1"/>
          </p:cNvSpPr>
          <p:nvPr>
            <p:ph sz="quarter" idx="10"/>
          </p:nvPr>
        </p:nvSpPr>
        <p:spPr>
          <a:xfrm>
            <a:off x="692870" y="1451754"/>
            <a:ext cx="10787931" cy="4421547"/>
          </a:xfrm>
        </p:spPr>
        <p:txBody>
          <a:bodyPr vert="horz" lIns="91440" tIns="45720" rIns="91440" bIns="45720" rtlCol="0" anchor="t">
            <a:normAutofit/>
          </a:bodyPr>
          <a:lstStyle/>
          <a:p>
            <a:pPr marL="457200">
              <a:spcBef>
                <a:spcPts val="1000"/>
              </a:spcBef>
              <a:spcAft>
                <a:spcPts val="1700"/>
              </a:spcAft>
            </a:pPr>
            <a:r>
              <a:rPr lang="en-US" b="1">
                <a:ea typeface="+mn-lt"/>
                <a:cs typeface="+mn-lt"/>
              </a:rPr>
              <a:t>Problem Statement</a:t>
            </a:r>
            <a:r>
              <a:rPr lang="en-US">
                <a:ea typeface="+mn-lt"/>
                <a:cs typeface="+mn-lt"/>
              </a:rPr>
              <a:t>: </a:t>
            </a:r>
          </a:p>
          <a:p>
            <a:pPr marL="914400" lvl="1">
              <a:spcBef>
                <a:spcPts val="1000"/>
              </a:spcBef>
              <a:spcAft>
                <a:spcPts val="1700"/>
              </a:spcAft>
            </a:pPr>
            <a:r>
              <a:rPr lang="en-US">
                <a:ea typeface="+mn-lt"/>
                <a:cs typeface="+mn-lt"/>
              </a:rPr>
              <a:t>Bridging the gap between live match updates and historical SQL-driven analytics through a unified web application.</a:t>
            </a:r>
            <a:endParaRPr lang="en-US"/>
          </a:p>
          <a:p>
            <a:pPr>
              <a:spcBef>
                <a:spcPts val="1000"/>
              </a:spcBef>
              <a:spcAft>
                <a:spcPts val="1700"/>
              </a:spcAft>
            </a:pPr>
            <a:r>
              <a:rPr lang="en-US" b="1">
                <a:ea typeface="+mn-lt"/>
                <a:cs typeface="+mn-lt"/>
              </a:rPr>
              <a:t>Business Use Cases</a:t>
            </a:r>
            <a:r>
              <a:rPr lang="en-US">
                <a:ea typeface="+mn-lt"/>
                <a:cs typeface="+mn-lt"/>
              </a:rPr>
              <a:t>:</a:t>
            </a:r>
          </a:p>
          <a:p>
            <a:pPr lvl="1">
              <a:spcBef>
                <a:spcPts val="1000"/>
              </a:spcBef>
              <a:spcAft>
                <a:spcPts val="1700"/>
              </a:spcAft>
            </a:pPr>
            <a:r>
              <a:rPr lang="en-US" b="1">
                <a:ea typeface="+mn-lt"/>
                <a:cs typeface="+mn-lt"/>
              </a:rPr>
              <a:t>Sports Media</a:t>
            </a:r>
            <a:r>
              <a:rPr lang="en-US">
                <a:ea typeface="+mn-lt"/>
                <a:cs typeface="+mn-lt"/>
              </a:rPr>
              <a:t>: Real-time updates and historical trends for commentary teams.</a:t>
            </a:r>
          </a:p>
          <a:p>
            <a:pPr lvl="1">
              <a:spcBef>
                <a:spcPts val="1000"/>
              </a:spcBef>
              <a:spcAft>
                <a:spcPts val="1700"/>
              </a:spcAft>
            </a:pPr>
            <a:r>
              <a:rPr lang="en-US" b="1">
                <a:ea typeface="+mn-lt"/>
                <a:cs typeface="+mn-lt"/>
              </a:rPr>
              <a:t>Fantasy Platforms</a:t>
            </a:r>
            <a:r>
              <a:rPr lang="en-US">
                <a:ea typeface="+mn-lt"/>
                <a:cs typeface="+mn-lt"/>
              </a:rPr>
              <a:t>: Player form analysis and head-to-head statistics for team selection.</a:t>
            </a:r>
          </a:p>
          <a:p>
            <a:pPr lvl="1">
              <a:spcBef>
                <a:spcPts val="1000"/>
              </a:spcBef>
              <a:spcAft>
                <a:spcPts val="1700"/>
              </a:spcAft>
            </a:pPr>
            <a:r>
              <a:rPr lang="en-US" b="1">
                <a:ea typeface="+mn-lt"/>
                <a:cs typeface="+mn-lt"/>
              </a:rPr>
              <a:t>Analytics Firms</a:t>
            </a:r>
            <a:r>
              <a:rPr lang="en-US">
                <a:ea typeface="+mn-lt"/>
                <a:cs typeface="+mn-lt"/>
              </a:rPr>
              <a:t>: Advanced statistical modeling and performance evaluation.</a:t>
            </a:r>
            <a:endParaRPr lang="en-US"/>
          </a:p>
          <a:p>
            <a:pPr>
              <a:spcBef>
                <a:spcPts val="1000"/>
              </a:spcBef>
              <a:spcAft>
                <a:spcPts val="1700"/>
              </a:spcAft>
            </a:pPr>
            <a:endParaRPr lang="en-US" dirty="0"/>
          </a:p>
        </p:txBody>
      </p:sp>
    </p:spTree>
    <p:extLst>
      <p:ext uri="{BB962C8B-B14F-4D97-AF65-F5344CB8AC3E}">
        <p14:creationId xmlns:p14="http://schemas.microsoft.com/office/powerpoint/2010/main" val="14922042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254EC-A556-7D36-6151-9B01363D99C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5CB0E7-23C7-8816-5799-F05389692C99}"/>
              </a:ext>
            </a:extLst>
          </p:cNvPr>
          <p:cNvSpPr>
            <a:spLocks noGrp="1"/>
          </p:cNvSpPr>
          <p:nvPr>
            <p:ph type="title"/>
          </p:nvPr>
        </p:nvSpPr>
        <p:spPr>
          <a:xfrm>
            <a:off x="1030051" y="536983"/>
            <a:ext cx="4987598" cy="5044668"/>
          </a:xfrm>
        </p:spPr>
        <p:txBody>
          <a:bodyPr/>
          <a:lstStyle/>
          <a:p>
            <a:r>
              <a:rPr lang="en-US" b="1">
                <a:ea typeface="+mj-lt"/>
                <a:cs typeface="+mj-lt"/>
              </a:rPr>
              <a:t>Problem Flow</a:t>
            </a:r>
            <a:endParaRPr lang="en-US" b="1"/>
          </a:p>
        </p:txBody>
      </p:sp>
      <p:sp>
        <p:nvSpPr>
          <p:cNvPr id="3" name="Slide Number Placeholder 2">
            <a:extLst>
              <a:ext uri="{FF2B5EF4-FFF2-40B4-BE49-F238E27FC236}">
                <a16:creationId xmlns:a16="http://schemas.microsoft.com/office/drawing/2014/main" id="{B56EC3E7-7BC8-ED2A-591A-3D6841437B84}"/>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4</a:t>
            </a:fld>
            <a:endParaRPr lang="en-US" dirty="0"/>
          </a:p>
        </p:txBody>
      </p:sp>
      <p:graphicFrame>
        <p:nvGraphicFramePr>
          <p:cNvPr id="6" name="Content Placeholder 5">
            <a:extLst>
              <a:ext uri="{FF2B5EF4-FFF2-40B4-BE49-F238E27FC236}">
                <a16:creationId xmlns:a16="http://schemas.microsoft.com/office/drawing/2014/main" id="{1E443AEA-ECBA-8AB6-8F29-F158EC5B605A}"/>
              </a:ext>
            </a:extLst>
          </p:cNvPr>
          <p:cNvGraphicFramePr>
            <a:graphicFrameLocks noGrp="1"/>
          </p:cNvGraphicFramePr>
          <p:nvPr>
            <p:ph sz="quarter" idx="10"/>
            <p:extLst>
              <p:ext uri="{D42A27DB-BD31-4B8C-83A1-F6EECF244321}">
                <p14:modId xmlns:p14="http://schemas.microsoft.com/office/powerpoint/2010/main" val="962168298"/>
              </p:ext>
            </p:extLst>
          </p:nvPr>
        </p:nvGraphicFramePr>
        <p:xfrm>
          <a:off x="2921359" y="2501301"/>
          <a:ext cx="7236723" cy="35589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79" name="Rectangle: Rounded Corners 278">
            <a:extLst>
              <a:ext uri="{FF2B5EF4-FFF2-40B4-BE49-F238E27FC236}">
                <a16:creationId xmlns:a16="http://schemas.microsoft.com/office/drawing/2014/main" id="{0C6DA366-6F97-CF04-DB51-DB3BE4E53FEE}"/>
              </a:ext>
            </a:extLst>
          </p:cNvPr>
          <p:cNvSpPr/>
          <p:nvPr/>
        </p:nvSpPr>
        <p:spPr>
          <a:xfrm>
            <a:off x="2354072" y="1719121"/>
            <a:ext cx="8148734" cy="10730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err="1"/>
              <a:t>CRICBUZZ</a:t>
            </a:r>
            <a:r>
              <a:rPr lang="en-US" sz="3200" b="1" dirty="0"/>
              <a:t> LIVE STATS</a:t>
            </a:r>
          </a:p>
        </p:txBody>
      </p:sp>
    </p:spTree>
    <p:extLst>
      <p:ext uri="{BB962C8B-B14F-4D97-AF65-F5344CB8AC3E}">
        <p14:creationId xmlns:p14="http://schemas.microsoft.com/office/powerpoint/2010/main" val="4774504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DA869-4EB2-E7DC-53B9-A04817B1E150}"/>
              </a:ext>
            </a:extLst>
          </p:cNvPr>
          <p:cNvSpPr>
            <a:spLocks noGrp="1"/>
          </p:cNvSpPr>
          <p:nvPr>
            <p:ph type="title"/>
          </p:nvPr>
        </p:nvSpPr>
        <p:spPr>
          <a:xfrm>
            <a:off x="729017" y="1000665"/>
            <a:ext cx="9655662" cy="969034"/>
          </a:xfrm>
        </p:spPr>
        <p:txBody>
          <a:bodyPr/>
          <a:lstStyle/>
          <a:p>
            <a:r>
              <a:rPr lang="en-US">
                <a:latin typeface="Century Gothic"/>
                <a:ea typeface="+mj-lt"/>
                <a:cs typeface="+mj-lt"/>
              </a:rPr>
              <a:t>Technical Architecture</a:t>
            </a:r>
            <a:endParaRPr lang="en-US"/>
          </a:p>
        </p:txBody>
      </p:sp>
      <p:sp>
        <p:nvSpPr>
          <p:cNvPr id="3" name="Content Placeholder 2">
            <a:extLst>
              <a:ext uri="{FF2B5EF4-FFF2-40B4-BE49-F238E27FC236}">
                <a16:creationId xmlns:a16="http://schemas.microsoft.com/office/drawing/2014/main" id="{22B07810-3839-E257-D40F-83B086F7D050}"/>
              </a:ext>
            </a:extLst>
          </p:cNvPr>
          <p:cNvSpPr>
            <a:spLocks noGrp="1"/>
          </p:cNvSpPr>
          <p:nvPr>
            <p:ph sz="quarter" idx="10"/>
          </p:nvPr>
        </p:nvSpPr>
        <p:spPr>
          <a:xfrm>
            <a:off x="1572854" y="2389434"/>
            <a:ext cx="10196482" cy="3805564"/>
          </a:xfrm>
        </p:spPr>
        <p:txBody>
          <a:bodyPr vert="horz" lIns="91440" tIns="45720" rIns="91440" bIns="45720" rtlCol="0" anchor="t">
            <a:normAutofit fontScale="85000" lnSpcReduction="20000"/>
          </a:bodyPr>
          <a:lstStyle/>
          <a:p>
            <a:pPr algn="l">
              <a:lnSpc>
                <a:spcPct val="150000"/>
              </a:lnSpc>
              <a:buFont typeface="Arial"/>
              <a:buChar char="•"/>
            </a:pPr>
            <a:r>
              <a:rPr lang="en-US" b="1" dirty="0">
                <a:ea typeface="+mn-lt"/>
                <a:cs typeface="+mn-lt"/>
              </a:rPr>
              <a:t>Frontend</a:t>
            </a:r>
            <a:r>
              <a:rPr lang="en-US" dirty="0">
                <a:ea typeface="+mn-lt"/>
                <a:cs typeface="+mn-lt"/>
              </a:rPr>
              <a:t>: Multi-page web application developed using </a:t>
            </a:r>
            <a:r>
              <a:rPr lang="en-US" b="1" dirty="0" err="1">
                <a:ea typeface="+mn-lt"/>
                <a:cs typeface="+mn-lt"/>
              </a:rPr>
              <a:t>Streamlit</a:t>
            </a:r>
            <a:r>
              <a:rPr lang="en-US" dirty="0">
                <a:ea typeface="+mn-lt"/>
                <a:cs typeface="+mn-lt"/>
              </a:rPr>
              <a:t>.</a:t>
            </a:r>
            <a:endParaRPr lang="en-US" dirty="0"/>
          </a:p>
          <a:p>
            <a:pPr algn="l">
              <a:lnSpc>
                <a:spcPct val="150000"/>
              </a:lnSpc>
              <a:buFont typeface="Arial"/>
              <a:buChar char="•"/>
            </a:pPr>
            <a:r>
              <a:rPr lang="en-US" b="1" dirty="0">
                <a:ea typeface="+mn-lt"/>
                <a:cs typeface="+mn-lt"/>
              </a:rPr>
              <a:t>Backend</a:t>
            </a:r>
            <a:r>
              <a:rPr lang="en-US" dirty="0">
                <a:ea typeface="+mn-lt"/>
                <a:cs typeface="+mn-lt"/>
              </a:rPr>
              <a:t>: </a:t>
            </a:r>
            <a:r>
              <a:rPr lang="en-US" b="1" dirty="0">
                <a:ea typeface="+mn-lt"/>
                <a:cs typeface="+mn-lt"/>
              </a:rPr>
              <a:t>Python</a:t>
            </a:r>
            <a:r>
              <a:rPr lang="en-US" dirty="0">
                <a:ea typeface="+mn-lt"/>
                <a:cs typeface="+mn-lt"/>
              </a:rPr>
              <a:t> utilizing the requests library for REST API integration and pandas for data manipulation.</a:t>
            </a:r>
          </a:p>
          <a:p>
            <a:pPr algn="l">
              <a:lnSpc>
                <a:spcPct val="150000"/>
              </a:lnSpc>
              <a:buFont typeface="Arial"/>
              <a:buChar char="•"/>
            </a:pPr>
            <a:r>
              <a:rPr lang="en-US" b="1">
                <a:ea typeface="+mn-lt"/>
                <a:cs typeface="+mn-lt"/>
              </a:rPr>
              <a:t>Database</a:t>
            </a:r>
            <a:r>
              <a:rPr lang="en-US">
                <a:ea typeface="+mn-lt"/>
                <a:cs typeface="+mn-lt"/>
              </a:rPr>
              <a:t>: </a:t>
            </a:r>
            <a:r>
              <a:rPr lang="en-US" b="1">
                <a:ea typeface="+mn-lt"/>
                <a:cs typeface="+mn-lt"/>
              </a:rPr>
              <a:t>SQL Integration</a:t>
            </a:r>
            <a:r>
              <a:rPr lang="en-US">
                <a:ea typeface="+mn-lt"/>
                <a:cs typeface="+mn-lt"/>
              </a:rPr>
              <a:t> (PostgreSQL/MySQL/SQLite) for persistent storage and optimized querying.</a:t>
            </a:r>
          </a:p>
          <a:p>
            <a:pPr algn="l">
              <a:lnSpc>
                <a:spcPct val="150000"/>
              </a:lnSpc>
              <a:buFont typeface="Arial"/>
              <a:buChar char="•"/>
            </a:pPr>
            <a:r>
              <a:rPr lang="en-US" b="1" dirty="0">
                <a:ea typeface="+mn-lt"/>
                <a:cs typeface="+mn-lt"/>
              </a:rPr>
              <a:t>API</a:t>
            </a:r>
            <a:r>
              <a:rPr lang="en-US" dirty="0">
                <a:ea typeface="+mn-lt"/>
                <a:cs typeface="+mn-lt"/>
              </a:rPr>
              <a:t>: </a:t>
            </a:r>
            <a:r>
              <a:rPr lang="en-US" dirty="0" err="1">
                <a:ea typeface="+mn-lt"/>
                <a:cs typeface="+mn-lt"/>
              </a:rPr>
              <a:t>Cricbuzz</a:t>
            </a:r>
            <a:r>
              <a:rPr lang="en-US" dirty="0">
                <a:ea typeface="+mn-lt"/>
                <a:cs typeface="+mn-lt"/>
              </a:rPr>
              <a:t> Cricket API via </a:t>
            </a:r>
            <a:r>
              <a:rPr lang="en-US" dirty="0" err="1">
                <a:ea typeface="+mn-lt"/>
                <a:cs typeface="+mn-lt"/>
              </a:rPr>
              <a:t>RapidAPI</a:t>
            </a:r>
            <a:r>
              <a:rPr lang="en-US" dirty="0">
                <a:ea typeface="+mn-lt"/>
                <a:cs typeface="+mn-lt"/>
              </a:rPr>
              <a:t> for live match data and player stats.</a:t>
            </a:r>
            <a:endParaRPr lang="en-US" dirty="0"/>
          </a:p>
          <a:p>
            <a:pPr>
              <a:lnSpc>
                <a:spcPct val="150000"/>
              </a:lnSpc>
            </a:pPr>
            <a:br>
              <a:rPr lang="en-US" dirty="0"/>
            </a:br>
            <a:endParaRPr lang="en-US" dirty="0"/>
          </a:p>
          <a:p>
            <a:pPr marL="285750" algn="l">
              <a:lnSpc>
                <a:spcPct val="150000"/>
              </a:lnSpc>
              <a:buFont typeface="Arial"/>
              <a:buChar char="•"/>
            </a:pPr>
            <a:endParaRPr lang="en-US" dirty="0"/>
          </a:p>
        </p:txBody>
      </p:sp>
    </p:spTree>
    <p:extLst>
      <p:ext uri="{BB962C8B-B14F-4D97-AF65-F5344CB8AC3E}">
        <p14:creationId xmlns:p14="http://schemas.microsoft.com/office/powerpoint/2010/main" val="11415822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CCDCDE-8EB0-3D83-1F39-CB53BAF05784}"/>
              </a:ext>
            </a:extLst>
          </p:cNvPr>
          <p:cNvSpPr>
            <a:spLocks noGrp="1"/>
          </p:cNvSpPr>
          <p:nvPr>
            <p:ph type="title"/>
          </p:nvPr>
        </p:nvSpPr>
        <p:spPr>
          <a:xfrm>
            <a:off x="713749" y="795775"/>
            <a:ext cx="7690541" cy="914768"/>
          </a:xfrm>
        </p:spPr>
        <p:txBody>
          <a:bodyPr/>
          <a:lstStyle/>
          <a:p>
            <a:r>
              <a:rPr lang="en-US">
                <a:latin typeface="Century Gothic"/>
              </a:rPr>
              <a:t>Database Design &amp;</a:t>
            </a:r>
            <a:r>
              <a:rPr lang="en-US" sz="1100" b="1" dirty="0">
                <a:latin typeface="Aptos"/>
              </a:rPr>
              <a:t> </a:t>
            </a:r>
            <a:r>
              <a:rPr lang="en-US">
                <a:latin typeface="Century Gothic"/>
              </a:rPr>
              <a:t>Schema</a:t>
            </a:r>
          </a:p>
        </p:txBody>
      </p:sp>
      <p:sp>
        <p:nvSpPr>
          <p:cNvPr id="3" name="Slide Number Placeholder 2">
            <a:extLst>
              <a:ext uri="{FF2B5EF4-FFF2-40B4-BE49-F238E27FC236}">
                <a16:creationId xmlns:a16="http://schemas.microsoft.com/office/drawing/2014/main" id="{02726092-ED3F-6860-C98A-3479C60F2D9D}"/>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6</a:t>
            </a:fld>
            <a:endParaRPr lang="en-US" dirty="0"/>
          </a:p>
        </p:txBody>
      </p:sp>
      <p:sp>
        <p:nvSpPr>
          <p:cNvPr id="5" name="Content Placeholder 4">
            <a:extLst>
              <a:ext uri="{FF2B5EF4-FFF2-40B4-BE49-F238E27FC236}">
                <a16:creationId xmlns:a16="http://schemas.microsoft.com/office/drawing/2014/main" id="{F65C13AF-FE5A-2F78-5482-680D477ECA86}"/>
              </a:ext>
            </a:extLst>
          </p:cNvPr>
          <p:cNvSpPr>
            <a:spLocks noGrp="1"/>
          </p:cNvSpPr>
          <p:nvPr>
            <p:ph sz="quarter" idx="10"/>
          </p:nvPr>
        </p:nvSpPr>
        <p:spPr>
          <a:xfrm>
            <a:off x="2652607" y="2343150"/>
            <a:ext cx="8828193" cy="2001516"/>
          </a:xfrm>
        </p:spPr>
        <p:txBody>
          <a:bodyPr vert="horz" lIns="91440" tIns="45720" rIns="91440" bIns="45720" rtlCol="0" anchor="t">
            <a:normAutofit/>
          </a:bodyPr>
          <a:lstStyle/>
          <a:p>
            <a:r>
              <a:rPr lang="en-US" b="1">
                <a:ea typeface="+mn-lt"/>
                <a:cs typeface="+mn-lt"/>
              </a:rPr>
              <a:t>Centralized Logic</a:t>
            </a:r>
            <a:r>
              <a:rPr lang="en-US">
                <a:ea typeface="+mn-lt"/>
                <a:cs typeface="+mn-lt"/>
              </a:rPr>
              <a:t>: Database-agnostic design with connection handling centralized in utils/db_connection.py.</a:t>
            </a:r>
          </a:p>
          <a:p>
            <a:r>
              <a:rPr lang="en-US" b="1" dirty="0">
                <a:ea typeface="+mn-lt"/>
                <a:cs typeface="+mn-lt"/>
              </a:rPr>
              <a:t>Optimization</a:t>
            </a:r>
            <a:r>
              <a:rPr lang="en-US" dirty="0">
                <a:ea typeface="+mn-lt"/>
                <a:cs typeface="+mn-lt"/>
              </a:rPr>
              <a:t>: Implementation of proper indexing for frequently queried columns to enhance performance.</a:t>
            </a:r>
          </a:p>
          <a:p>
            <a:endParaRPr lang="en-US" dirty="0"/>
          </a:p>
        </p:txBody>
      </p:sp>
    </p:spTree>
    <p:extLst>
      <p:ext uri="{BB962C8B-B14F-4D97-AF65-F5344CB8AC3E}">
        <p14:creationId xmlns:p14="http://schemas.microsoft.com/office/powerpoint/2010/main" val="2418251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3C2B8-434E-F90B-F76F-6660FE7CE8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0E1FBE-D239-A49A-4DEA-9AEAA98FD207}"/>
              </a:ext>
            </a:extLst>
          </p:cNvPr>
          <p:cNvSpPr>
            <a:spLocks noGrp="1"/>
          </p:cNvSpPr>
          <p:nvPr>
            <p:ph type="title"/>
          </p:nvPr>
        </p:nvSpPr>
        <p:spPr>
          <a:xfrm>
            <a:off x="397447" y="393209"/>
            <a:ext cx="7690541" cy="914768"/>
          </a:xfrm>
        </p:spPr>
        <p:txBody>
          <a:bodyPr/>
          <a:lstStyle/>
          <a:p>
            <a:r>
              <a:rPr lang="en-US">
                <a:ea typeface="+mj-lt"/>
                <a:cs typeface="+mj-lt"/>
              </a:rPr>
              <a:t>SQL Analytics – Level 1: Foundational Insights</a:t>
            </a:r>
          </a:p>
        </p:txBody>
      </p:sp>
      <p:sp>
        <p:nvSpPr>
          <p:cNvPr id="3" name="Slide Number Placeholder 2">
            <a:extLst>
              <a:ext uri="{FF2B5EF4-FFF2-40B4-BE49-F238E27FC236}">
                <a16:creationId xmlns:a16="http://schemas.microsoft.com/office/drawing/2014/main" id="{E0F9BF11-996B-D665-1208-24E0176F3A9C}"/>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7</a:t>
            </a:fld>
            <a:endParaRPr lang="en-US" dirty="0"/>
          </a:p>
        </p:txBody>
      </p:sp>
      <p:sp>
        <p:nvSpPr>
          <p:cNvPr id="5" name="Content Placeholder 4">
            <a:extLst>
              <a:ext uri="{FF2B5EF4-FFF2-40B4-BE49-F238E27FC236}">
                <a16:creationId xmlns:a16="http://schemas.microsoft.com/office/drawing/2014/main" id="{B40B0A30-6974-F1CB-870A-097A79D8084A}"/>
              </a:ext>
            </a:extLst>
          </p:cNvPr>
          <p:cNvSpPr>
            <a:spLocks noGrp="1"/>
          </p:cNvSpPr>
          <p:nvPr>
            <p:ph sz="quarter" idx="10"/>
          </p:nvPr>
        </p:nvSpPr>
        <p:spPr>
          <a:xfrm>
            <a:off x="395362" y="1854320"/>
            <a:ext cx="11516758" cy="4690081"/>
          </a:xfrm>
        </p:spPr>
        <p:txBody>
          <a:bodyPr vert="horz" lIns="91440" tIns="45720" rIns="91440" bIns="45720" rtlCol="0" anchor="t">
            <a:normAutofit/>
          </a:bodyPr>
          <a:lstStyle/>
          <a:p>
            <a:r>
              <a:rPr lang="en-US" sz="1600" b="1" dirty="0">
                <a:ea typeface="+mn-lt"/>
                <a:cs typeface="+mn-lt"/>
              </a:rPr>
              <a:t>Q1: </a:t>
            </a:r>
            <a:r>
              <a:rPr lang="en-US" sz="1600" dirty="0">
                <a:ea typeface="+mn-lt"/>
                <a:cs typeface="+mn-lt"/>
              </a:rPr>
              <a:t>National Representation: Identification of players representing India with specific roles and styles. (public.q1_players_india)</a:t>
            </a:r>
          </a:p>
          <a:p>
            <a:r>
              <a:rPr lang="en-US" sz="1600" b="1">
                <a:ea typeface="+mn-lt"/>
                <a:cs typeface="+mn-lt"/>
              </a:rPr>
              <a:t>Q2: </a:t>
            </a:r>
            <a:r>
              <a:rPr lang="en-US" sz="1600">
                <a:ea typeface="+mn-lt"/>
                <a:cs typeface="+mn-lt"/>
              </a:rPr>
              <a:t>Recent Match Tracking: Temporal analysis of matches played in recent days, sorted by recency. (public.q2_recent_matches)</a:t>
            </a:r>
          </a:p>
          <a:p>
            <a:r>
              <a:rPr lang="en-US" sz="1600" b="1">
                <a:ea typeface="+mn-lt"/>
                <a:cs typeface="+mn-lt"/>
              </a:rPr>
              <a:t>Q3: </a:t>
            </a:r>
            <a:r>
              <a:rPr lang="en-US" sz="1600">
                <a:ea typeface="+mn-lt"/>
                <a:cs typeface="+mn-lt"/>
              </a:rPr>
              <a:t>ODI Hall of Fame: Ranking top 10 run-scorers by average and centuries. (public.top10_odi)</a:t>
            </a:r>
          </a:p>
          <a:p>
            <a:r>
              <a:rPr lang="en-US" sz="1600" b="1">
                <a:ea typeface="+mn-lt"/>
                <a:cs typeface="+mn-lt"/>
              </a:rPr>
              <a:t>Q4: </a:t>
            </a:r>
            <a:r>
              <a:rPr lang="en-US" sz="1600">
                <a:ea typeface="+mn-lt"/>
                <a:cs typeface="+mn-lt"/>
              </a:rPr>
              <a:t>Venue Infrastructure: Capacity-based analysis of global cricket grounds. (q4_venu)</a:t>
            </a:r>
          </a:p>
          <a:p>
            <a:endParaRPr lang="en-US" sz="1600" b="1" dirty="0">
              <a:ea typeface="+mn-lt"/>
              <a:cs typeface="+mn-lt"/>
            </a:endParaRPr>
          </a:p>
        </p:txBody>
      </p:sp>
      <p:pic>
        <p:nvPicPr>
          <p:cNvPr id="2" name="Picture 1" descr="A black screen with white text&#10;&#10;AI-generated content may be incorrect.">
            <a:extLst>
              <a:ext uri="{FF2B5EF4-FFF2-40B4-BE49-F238E27FC236}">
                <a16:creationId xmlns:a16="http://schemas.microsoft.com/office/drawing/2014/main" id="{97AE7797-DD44-34D3-9033-32116CA57D32}"/>
              </a:ext>
            </a:extLst>
          </p:cNvPr>
          <p:cNvPicPr>
            <a:picLocks noChangeAspect="1"/>
          </p:cNvPicPr>
          <p:nvPr/>
        </p:nvPicPr>
        <p:blipFill>
          <a:blip r:embed="rId3"/>
          <a:stretch>
            <a:fillRect/>
          </a:stretch>
        </p:blipFill>
        <p:spPr>
          <a:xfrm>
            <a:off x="2525741" y="4204389"/>
            <a:ext cx="5170817" cy="2259223"/>
          </a:xfrm>
          <a:prstGeom prst="rect">
            <a:avLst/>
          </a:prstGeom>
        </p:spPr>
      </p:pic>
    </p:spTree>
    <p:extLst>
      <p:ext uri="{BB962C8B-B14F-4D97-AF65-F5344CB8AC3E}">
        <p14:creationId xmlns:p14="http://schemas.microsoft.com/office/powerpoint/2010/main" val="3253696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55392-550C-56BD-9442-569BF4FB0D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86C8FC-24F4-DA47-1C06-A637996C1CBB}"/>
              </a:ext>
            </a:extLst>
          </p:cNvPr>
          <p:cNvSpPr>
            <a:spLocks noGrp="1"/>
          </p:cNvSpPr>
          <p:nvPr>
            <p:ph type="title"/>
          </p:nvPr>
        </p:nvSpPr>
        <p:spPr>
          <a:xfrm>
            <a:off x="397447" y="393209"/>
            <a:ext cx="7690541" cy="914768"/>
          </a:xfrm>
        </p:spPr>
        <p:txBody>
          <a:bodyPr/>
          <a:lstStyle/>
          <a:p>
            <a:r>
              <a:rPr lang="en-US">
                <a:ea typeface="+mj-lt"/>
                <a:cs typeface="+mj-lt"/>
              </a:rPr>
              <a:t>Level 1: </a:t>
            </a:r>
            <a:r>
              <a:rPr lang="en-US" dirty="0">
                <a:ea typeface="+mj-lt"/>
                <a:cs typeface="+mj-lt"/>
              </a:rPr>
              <a:t>Foundational Insights</a:t>
            </a:r>
          </a:p>
        </p:txBody>
      </p:sp>
      <p:sp>
        <p:nvSpPr>
          <p:cNvPr id="3" name="Slide Number Placeholder 2">
            <a:extLst>
              <a:ext uri="{FF2B5EF4-FFF2-40B4-BE49-F238E27FC236}">
                <a16:creationId xmlns:a16="http://schemas.microsoft.com/office/drawing/2014/main" id="{0901A502-D968-F44E-E4B7-4A8D33498626}"/>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8</a:t>
            </a:fld>
            <a:endParaRPr lang="en-US" dirty="0"/>
          </a:p>
        </p:txBody>
      </p:sp>
      <p:sp>
        <p:nvSpPr>
          <p:cNvPr id="5" name="Content Placeholder 4">
            <a:extLst>
              <a:ext uri="{FF2B5EF4-FFF2-40B4-BE49-F238E27FC236}">
                <a16:creationId xmlns:a16="http://schemas.microsoft.com/office/drawing/2014/main" id="{4D8C4C22-9D5D-C72D-1AA0-C029E9C06272}"/>
              </a:ext>
            </a:extLst>
          </p:cNvPr>
          <p:cNvSpPr>
            <a:spLocks noGrp="1"/>
          </p:cNvSpPr>
          <p:nvPr>
            <p:ph sz="quarter" idx="10"/>
          </p:nvPr>
        </p:nvSpPr>
        <p:spPr>
          <a:xfrm>
            <a:off x="395362" y="1710547"/>
            <a:ext cx="11516758" cy="4833854"/>
          </a:xfrm>
        </p:spPr>
        <p:txBody>
          <a:bodyPr vert="horz" lIns="91440" tIns="45720" rIns="91440" bIns="45720" rtlCol="0" anchor="t">
            <a:normAutofit fontScale="77500" lnSpcReduction="20000"/>
          </a:bodyPr>
          <a:lstStyle/>
          <a:p>
            <a:pPr>
              <a:lnSpc>
                <a:spcPct val="160000"/>
              </a:lnSpc>
            </a:pPr>
            <a:r>
              <a:rPr lang="en-US" b="1">
                <a:ea typeface="+mn-lt"/>
                <a:cs typeface="+mn-lt"/>
              </a:rPr>
              <a:t>Q5: Team Dominance</a:t>
            </a:r>
            <a:r>
              <a:rPr lang="en-US">
                <a:ea typeface="+mn-lt"/>
                <a:cs typeface="+mn-lt"/>
              </a:rPr>
              <a:t>: Win-count aggregation across all formats. (</a:t>
            </a:r>
            <a:r>
              <a:rPr lang="en-US">
                <a:latin typeface="Consolas"/>
                <a:ea typeface="+mn-lt"/>
                <a:cs typeface="+mn-lt"/>
              </a:rPr>
              <a:t>public.q5_most_wins</a:t>
            </a:r>
            <a:r>
              <a:rPr lang="en-US">
                <a:ea typeface="+mn-lt"/>
                <a:cs typeface="+mn-lt"/>
              </a:rPr>
              <a:t>)</a:t>
            </a:r>
            <a:endParaRPr lang="en-US"/>
          </a:p>
          <a:p>
            <a:pPr>
              <a:lnSpc>
                <a:spcPct val="160000"/>
              </a:lnSpc>
            </a:pPr>
            <a:r>
              <a:rPr lang="en-US" b="1">
                <a:ea typeface="+mn-lt"/>
                <a:cs typeface="+mn-lt"/>
              </a:rPr>
              <a:t>Q6: Squad Composition</a:t>
            </a:r>
            <a:r>
              <a:rPr lang="en-US">
                <a:ea typeface="+mn-lt"/>
                <a:cs typeface="+mn-lt"/>
              </a:rPr>
              <a:t>: Distribution analysis of player roles (Batsmen vs. Bowlers). (</a:t>
            </a:r>
            <a:r>
              <a:rPr lang="en-US">
                <a:latin typeface="Consolas"/>
                <a:ea typeface="+mn-lt"/>
                <a:cs typeface="+mn-lt"/>
              </a:rPr>
              <a:t>public.q6_player_roles</a:t>
            </a:r>
            <a:r>
              <a:rPr lang="en-US">
                <a:ea typeface="+mn-lt"/>
                <a:cs typeface="+mn-lt"/>
              </a:rPr>
              <a:t>)</a:t>
            </a:r>
            <a:endParaRPr lang="en-US"/>
          </a:p>
          <a:p>
            <a:pPr>
              <a:lnSpc>
                <a:spcPct val="160000"/>
              </a:lnSpc>
            </a:pPr>
            <a:endParaRPr lang="en-US" dirty="0">
              <a:ea typeface="+mn-lt"/>
              <a:cs typeface="+mn-lt"/>
            </a:endParaRPr>
          </a:p>
          <a:p>
            <a:pPr>
              <a:lnSpc>
                <a:spcPct val="160000"/>
              </a:lnSpc>
            </a:pPr>
            <a:endParaRPr lang="en-US" dirty="0">
              <a:ea typeface="+mn-lt"/>
              <a:cs typeface="+mn-lt"/>
            </a:endParaRPr>
          </a:p>
          <a:p>
            <a:pPr>
              <a:lnSpc>
                <a:spcPct val="160000"/>
              </a:lnSpc>
            </a:pPr>
            <a:endParaRPr lang="en-US" dirty="0">
              <a:ea typeface="+mn-lt"/>
              <a:cs typeface="+mn-lt"/>
            </a:endParaRPr>
          </a:p>
          <a:p>
            <a:pPr>
              <a:lnSpc>
                <a:spcPct val="160000"/>
              </a:lnSpc>
            </a:pPr>
            <a:endParaRPr lang="en-US" dirty="0">
              <a:ea typeface="+mn-lt"/>
              <a:cs typeface="+mn-lt"/>
            </a:endParaRPr>
          </a:p>
          <a:p>
            <a:pPr>
              <a:lnSpc>
                <a:spcPct val="160000"/>
              </a:lnSpc>
            </a:pPr>
            <a:endParaRPr lang="en-US" dirty="0">
              <a:ea typeface="+mn-lt"/>
              <a:cs typeface="+mn-lt"/>
            </a:endParaRPr>
          </a:p>
          <a:p>
            <a:pPr>
              <a:lnSpc>
                <a:spcPct val="160000"/>
              </a:lnSpc>
            </a:pPr>
            <a:r>
              <a:rPr lang="en-US" b="1">
                <a:ea typeface="+mn-lt"/>
                <a:cs typeface="+mn-lt"/>
              </a:rPr>
              <a:t>Q7 &amp; Q8: Format &amp; Time Series</a:t>
            </a:r>
            <a:r>
              <a:rPr lang="en-US">
                <a:ea typeface="+mn-lt"/>
                <a:cs typeface="+mn-lt"/>
              </a:rPr>
              <a:t>: Tracking highest scores by format and 2024 series planning. (</a:t>
            </a:r>
            <a:r>
              <a:rPr lang="en-US">
                <a:latin typeface="Consolas"/>
                <a:ea typeface="+mn-lt"/>
                <a:cs typeface="+mn-lt"/>
              </a:rPr>
              <a:t>q8_match_2024</a:t>
            </a:r>
            <a:r>
              <a:rPr lang="en-US">
                <a:ea typeface="+mn-lt"/>
                <a:cs typeface="+mn-lt"/>
              </a:rPr>
              <a:t>)</a:t>
            </a:r>
            <a:endParaRPr lang="en-US"/>
          </a:p>
          <a:p>
            <a:pPr>
              <a:lnSpc>
                <a:spcPct val="160000"/>
              </a:lnSpc>
            </a:pPr>
            <a:endParaRPr lang="en-US" dirty="0"/>
          </a:p>
        </p:txBody>
      </p:sp>
      <p:pic>
        <p:nvPicPr>
          <p:cNvPr id="2" name="Picture 1" descr="A screenshot of a computer&#10;&#10;AI-generated content may be incorrect.">
            <a:extLst>
              <a:ext uri="{FF2B5EF4-FFF2-40B4-BE49-F238E27FC236}">
                <a16:creationId xmlns:a16="http://schemas.microsoft.com/office/drawing/2014/main" id="{70ABBF7E-A910-2AD2-C68B-9EBE7D59872D}"/>
              </a:ext>
            </a:extLst>
          </p:cNvPr>
          <p:cNvPicPr>
            <a:picLocks noChangeAspect="1"/>
          </p:cNvPicPr>
          <p:nvPr/>
        </p:nvPicPr>
        <p:blipFill>
          <a:blip r:embed="rId3"/>
          <a:stretch>
            <a:fillRect/>
          </a:stretch>
        </p:blipFill>
        <p:spPr>
          <a:xfrm>
            <a:off x="1019713" y="3086279"/>
            <a:ext cx="4070950" cy="2094422"/>
          </a:xfrm>
          <a:prstGeom prst="rect">
            <a:avLst/>
          </a:prstGeom>
        </p:spPr>
      </p:pic>
    </p:spTree>
    <p:extLst>
      <p:ext uri="{BB962C8B-B14F-4D97-AF65-F5344CB8AC3E}">
        <p14:creationId xmlns:p14="http://schemas.microsoft.com/office/powerpoint/2010/main" val="4230096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85A2C-ECB3-98CC-47BC-220A2206711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19D3F2D-818E-7C7A-A67A-23DD80CEF31D}"/>
              </a:ext>
            </a:extLst>
          </p:cNvPr>
          <p:cNvSpPr>
            <a:spLocks noGrp="1"/>
          </p:cNvSpPr>
          <p:nvPr>
            <p:ph type="title"/>
          </p:nvPr>
        </p:nvSpPr>
        <p:spPr>
          <a:xfrm>
            <a:off x="397447" y="393209"/>
            <a:ext cx="6770391" cy="914768"/>
          </a:xfrm>
        </p:spPr>
        <p:txBody>
          <a:bodyPr/>
          <a:lstStyle/>
          <a:p>
            <a:r>
              <a:rPr lang="en-US">
                <a:ea typeface="+mj-lt"/>
                <a:cs typeface="+mj-lt"/>
              </a:rPr>
              <a:t>Level 2: Performance Metrics</a:t>
            </a:r>
            <a:endParaRPr lang="en-US"/>
          </a:p>
        </p:txBody>
      </p:sp>
      <p:sp>
        <p:nvSpPr>
          <p:cNvPr id="3" name="Slide Number Placeholder 2">
            <a:extLst>
              <a:ext uri="{FF2B5EF4-FFF2-40B4-BE49-F238E27FC236}">
                <a16:creationId xmlns:a16="http://schemas.microsoft.com/office/drawing/2014/main" id="{B254208C-8E1B-D02C-8AFB-F3F7FC4D3D4D}"/>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9</a:t>
            </a:fld>
            <a:endParaRPr lang="en-US" dirty="0"/>
          </a:p>
        </p:txBody>
      </p:sp>
      <p:sp>
        <p:nvSpPr>
          <p:cNvPr id="5" name="Content Placeholder 4">
            <a:extLst>
              <a:ext uri="{FF2B5EF4-FFF2-40B4-BE49-F238E27FC236}">
                <a16:creationId xmlns:a16="http://schemas.microsoft.com/office/drawing/2014/main" id="{03204FFB-ECB6-1DE7-3707-091732AFE029}"/>
              </a:ext>
            </a:extLst>
          </p:cNvPr>
          <p:cNvSpPr>
            <a:spLocks noGrp="1"/>
          </p:cNvSpPr>
          <p:nvPr>
            <p:ph sz="quarter" idx="10"/>
          </p:nvPr>
        </p:nvSpPr>
        <p:spPr>
          <a:xfrm>
            <a:off x="395362" y="1710547"/>
            <a:ext cx="11516758" cy="4833854"/>
          </a:xfrm>
        </p:spPr>
        <p:txBody>
          <a:bodyPr vert="horz" lIns="91440" tIns="45720" rIns="91440" bIns="45720" rtlCol="0" anchor="t">
            <a:noAutofit/>
          </a:bodyPr>
          <a:lstStyle/>
          <a:p>
            <a:pPr>
              <a:lnSpc>
                <a:spcPct val="150000"/>
              </a:lnSpc>
            </a:pPr>
            <a:r>
              <a:rPr lang="en-US" sz="1800" b="1">
                <a:ea typeface="+mn-lt"/>
                <a:cs typeface="+mn-lt"/>
              </a:rPr>
              <a:t>Q9: The All-Rounder Elite</a:t>
            </a:r>
            <a:r>
              <a:rPr lang="en-US" sz="1800">
                <a:ea typeface="+mn-lt"/>
                <a:cs typeface="+mn-lt"/>
              </a:rPr>
              <a:t>: Multi-condition filtering for players with &gt;1000 runs and &gt;50 wickets. (</a:t>
            </a:r>
            <a:r>
              <a:rPr lang="en-US" sz="1800">
                <a:latin typeface="Consolas"/>
              </a:rPr>
              <a:t>public.q9_allround_rank</a:t>
            </a:r>
            <a:r>
              <a:rPr lang="en-US" sz="1800">
                <a:ea typeface="+mn-lt"/>
                <a:cs typeface="+mn-lt"/>
              </a:rPr>
              <a:t>)</a:t>
            </a:r>
            <a:endParaRPr lang="en-US" sz="1800" dirty="0"/>
          </a:p>
          <a:p>
            <a:pPr>
              <a:lnSpc>
                <a:spcPct val="150000"/>
              </a:lnSpc>
            </a:pPr>
            <a:r>
              <a:rPr lang="en-US" sz="1800" b="1">
                <a:ea typeface="+mn-lt"/>
                <a:cs typeface="+mn-lt"/>
              </a:rPr>
              <a:t>Q10: Match History</a:t>
            </a:r>
            <a:r>
              <a:rPr lang="en-US" sz="1800">
                <a:ea typeface="+mn-lt"/>
                <a:cs typeface="+mn-lt"/>
              </a:rPr>
              <a:t>: Deep dive into the last 20 completed matches including victory margins. (</a:t>
            </a:r>
            <a:r>
              <a:rPr lang="en-US" sz="1800">
                <a:latin typeface="Consolas"/>
              </a:rPr>
              <a:t>public.q10_last20matches</a:t>
            </a:r>
            <a:r>
              <a:rPr lang="en-US" sz="1800">
                <a:ea typeface="+mn-lt"/>
                <a:cs typeface="+mn-lt"/>
              </a:rPr>
              <a:t>)</a:t>
            </a:r>
            <a:endParaRPr lang="en-US" sz="1800" dirty="0"/>
          </a:p>
          <a:p>
            <a:pPr>
              <a:lnSpc>
                <a:spcPct val="150000"/>
              </a:lnSpc>
            </a:pPr>
            <a:endParaRPr lang="en-US" sz="1800" dirty="0">
              <a:ea typeface="+mn-lt"/>
              <a:cs typeface="+mn-lt"/>
            </a:endParaRPr>
          </a:p>
          <a:p>
            <a:pPr>
              <a:lnSpc>
                <a:spcPct val="150000"/>
              </a:lnSpc>
            </a:pPr>
            <a:endParaRPr lang="en-US" sz="1800" dirty="0">
              <a:ea typeface="+mn-lt"/>
              <a:cs typeface="+mn-lt"/>
            </a:endParaRPr>
          </a:p>
          <a:p>
            <a:pPr>
              <a:lnSpc>
                <a:spcPct val="150000"/>
              </a:lnSpc>
            </a:pPr>
            <a:endParaRPr lang="en-US" sz="1800" dirty="0">
              <a:ea typeface="+mn-lt"/>
              <a:cs typeface="+mn-lt"/>
            </a:endParaRPr>
          </a:p>
          <a:p>
            <a:pPr>
              <a:lnSpc>
                <a:spcPct val="150000"/>
              </a:lnSpc>
            </a:pPr>
            <a:r>
              <a:rPr lang="en-US" sz="1800" b="1" dirty="0">
                <a:ea typeface="+mn-lt"/>
                <a:cs typeface="+mn-lt"/>
              </a:rPr>
              <a:t>Q11: Multi-Format Performance</a:t>
            </a:r>
            <a:r>
              <a:rPr lang="en-US" sz="1800" dirty="0">
                <a:ea typeface="+mn-lt"/>
                <a:cs typeface="+mn-lt"/>
              </a:rPr>
              <a:t>: Cross-joining formats to compare player averages in Test, ODI, and T20I. (</a:t>
            </a:r>
            <a:r>
              <a:rPr lang="en-US" sz="1800" dirty="0" err="1">
                <a:latin typeface="Consolas"/>
              </a:rPr>
              <a:t>play_diff_match</a:t>
            </a:r>
            <a:r>
              <a:rPr lang="en-US" sz="1800" dirty="0">
                <a:ea typeface="+mn-lt"/>
                <a:cs typeface="+mn-lt"/>
              </a:rPr>
              <a:t>)</a:t>
            </a:r>
            <a:endParaRPr lang="en-US" sz="1800" dirty="0"/>
          </a:p>
          <a:p>
            <a:pPr>
              <a:lnSpc>
                <a:spcPct val="150000"/>
              </a:lnSpc>
            </a:pPr>
            <a:endParaRPr lang="en-US" sz="1800" dirty="0"/>
          </a:p>
        </p:txBody>
      </p:sp>
      <p:pic>
        <p:nvPicPr>
          <p:cNvPr id="6" name="Picture 5" descr="A screenshot of a computer&#10;&#10;AI-generated content may be incorrect.">
            <a:extLst>
              <a:ext uri="{FF2B5EF4-FFF2-40B4-BE49-F238E27FC236}">
                <a16:creationId xmlns:a16="http://schemas.microsoft.com/office/drawing/2014/main" id="{50E94FE9-A62C-27BD-CC55-5B744C920AE7}"/>
              </a:ext>
            </a:extLst>
          </p:cNvPr>
          <p:cNvPicPr>
            <a:picLocks noChangeAspect="1"/>
          </p:cNvPicPr>
          <p:nvPr/>
        </p:nvPicPr>
        <p:blipFill>
          <a:blip r:embed="rId3"/>
          <a:stretch>
            <a:fillRect/>
          </a:stretch>
        </p:blipFill>
        <p:spPr>
          <a:xfrm>
            <a:off x="1291626" y="3755994"/>
            <a:ext cx="4059088" cy="1991444"/>
          </a:xfrm>
          <a:prstGeom prst="rect">
            <a:avLst/>
          </a:prstGeom>
        </p:spPr>
      </p:pic>
    </p:spTree>
    <p:extLst>
      <p:ext uri="{BB962C8B-B14F-4D97-AF65-F5344CB8AC3E}">
        <p14:creationId xmlns:p14="http://schemas.microsoft.com/office/powerpoint/2010/main" val="29657737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1B7AD-6FAF-2D3B-8D4C-5B672910B1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A4B2E14-2D10-FF21-CA0F-D1067CCE7E32}"/>
              </a:ext>
            </a:extLst>
          </p:cNvPr>
          <p:cNvSpPr>
            <a:spLocks noGrp="1"/>
          </p:cNvSpPr>
          <p:nvPr>
            <p:ph type="title"/>
          </p:nvPr>
        </p:nvSpPr>
        <p:spPr>
          <a:xfrm>
            <a:off x="397447" y="393209"/>
            <a:ext cx="6770391" cy="914768"/>
          </a:xfrm>
        </p:spPr>
        <p:txBody>
          <a:bodyPr/>
          <a:lstStyle/>
          <a:p>
            <a:r>
              <a:rPr lang="en-US">
                <a:ea typeface="+mj-lt"/>
                <a:cs typeface="+mj-lt"/>
              </a:rPr>
              <a:t>Level 2: Performance Metrics</a:t>
            </a:r>
            <a:endParaRPr lang="en-US"/>
          </a:p>
        </p:txBody>
      </p:sp>
      <p:sp>
        <p:nvSpPr>
          <p:cNvPr id="3" name="Slide Number Placeholder 2">
            <a:extLst>
              <a:ext uri="{FF2B5EF4-FFF2-40B4-BE49-F238E27FC236}">
                <a16:creationId xmlns:a16="http://schemas.microsoft.com/office/drawing/2014/main" id="{8EF8DBCA-5F2B-F0CB-0DB5-FC2727A01F94}"/>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10</a:t>
            </a:fld>
            <a:endParaRPr lang="en-US" dirty="0"/>
          </a:p>
        </p:txBody>
      </p:sp>
      <p:sp>
        <p:nvSpPr>
          <p:cNvPr id="5" name="Content Placeholder 4">
            <a:extLst>
              <a:ext uri="{FF2B5EF4-FFF2-40B4-BE49-F238E27FC236}">
                <a16:creationId xmlns:a16="http://schemas.microsoft.com/office/drawing/2014/main" id="{A6E2DCD8-FBDB-332E-F01F-0939F4C5CBE3}"/>
              </a:ext>
            </a:extLst>
          </p:cNvPr>
          <p:cNvSpPr>
            <a:spLocks noGrp="1"/>
          </p:cNvSpPr>
          <p:nvPr>
            <p:ph sz="quarter" idx="10"/>
          </p:nvPr>
        </p:nvSpPr>
        <p:spPr>
          <a:xfrm>
            <a:off x="395362" y="1595529"/>
            <a:ext cx="11516758" cy="4948872"/>
          </a:xfrm>
        </p:spPr>
        <p:txBody>
          <a:bodyPr vert="horz" lIns="91440" tIns="45720" rIns="91440" bIns="45720" rtlCol="0" anchor="t">
            <a:noAutofit/>
          </a:bodyPr>
          <a:lstStyle/>
          <a:p>
            <a:pPr>
              <a:lnSpc>
                <a:spcPct val="170000"/>
              </a:lnSpc>
            </a:pPr>
            <a:r>
              <a:rPr lang="en-US" sz="1400" b="1">
                <a:ea typeface="+mn-lt"/>
                <a:cs typeface="+mn-lt"/>
              </a:rPr>
              <a:t>Q12: Home vs. Away Advantage</a:t>
            </a:r>
            <a:r>
              <a:rPr lang="en-US" sz="1400">
                <a:ea typeface="+mn-lt"/>
                <a:cs typeface="+mn-lt"/>
              </a:rPr>
              <a:t>: Logic-driven analysis of win percentages based on venue country. (</a:t>
            </a:r>
            <a:r>
              <a:rPr lang="en-US" sz="1400">
                <a:latin typeface="Consolas"/>
              </a:rPr>
              <a:t>q12_count_of_wins</a:t>
            </a:r>
            <a:r>
              <a:rPr lang="en-US" sz="1400">
                <a:ea typeface="+mn-lt"/>
                <a:cs typeface="+mn-lt"/>
              </a:rPr>
              <a:t>)</a:t>
            </a:r>
            <a:endParaRPr lang="en-US" sz="1400" dirty="0"/>
          </a:p>
          <a:p>
            <a:pPr>
              <a:lnSpc>
                <a:spcPct val="170000"/>
              </a:lnSpc>
            </a:pPr>
            <a:r>
              <a:rPr lang="en-US" sz="1400" b="1">
                <a:ea typeface="+mn-lt"/>
                <a:cs typeface="+mn-lt"/>
              </a:rPr>
              <a:t>Q14: Venue-Specific Bowling</a:t>
            </a:r>
            <a:r>
              <a:rPr lang="en-US" sz="1400">
                <a:ea typeface="+mn-lt"/>
                <a:cs typeface="+mn-lt"/>
              </a:rPr>
              <a:t>: Calculating economy rates and wickets for bowlers at specific grounds. (</a:t>
            </a:r>
            <a:r>
              <a:rPr lang="en-US" sz="1400">
                <a:latin typeface="Consolas"/>
              </a:rPr>
              <a:t>public.q14_bowler_perf</a:t>
            </a:r>
            <a:r>
              <a:rPr lang="en-US" sz="1400">
                <a:ea typeface="+mn-lt"/>
                <a:cs typeface="+mn-lt"/>
              </a:rPr>
              <a:t>)</a:t>
            </a:r>
            <a:endParaRPr lang="en-US" sz="1400" dirty="0"/>
          </a:p>
          <a:p>
            <a:pPr>
              <a:lnSpc>
                <a:spcPct val="170000"/>
              </a:lnSpc>
            </a:pPr>
            <a:endParaRPr lang="en-US" sz="1400" dirty="0">
              <a:ea typeface="+mn-lt"/>
              <a:cs typeface="+mn-lt"/>
            </a:endParaRPr>
          </a:p>
          <a:p>
            <a:pPr>
              <a:lnSpc>
                <a:spcPct val="170000"/>
              </a:lnSpc>
            </a:pPr>
            <a:endParaRPr lang="en-US" sz="1400" dirty="0">
              <a:ea typeface="+mn-lt"/>
              <a:cs typeface="+mn-lt"/>
            </a:endParaRPr>
          </a:p>
          <a:p>
            <a:pPr>
              <a:lnSpc>
                <a:spcPct val="170000"/>
              </a:lnSpc>
            </a:pPr>
            <a:endParaRPr lang="en-US" sz="1400" dirty="0">
              <a:ea typeface="+mn-lt"/>
              <a:cs typeface="+mn-lt"/>
            </a:endParaRPr>
          </a:p>
          <a:p>
            <a:pPr>
              <a:lnSpc>
                <a:spcPct val="170000"/>
              </a:lnSpc>
            </a:pPr>
            <a:endParaRPr lang="en-US" sz="1400" dirty="0">
              <a:ea typeface="+mn-lt"/>
              <a:cs typeface="+mn-lt"/>
            </a:endParaRPr>
          </a:p>
          <a:p>
            <a:pPr>
              <a:lnSpc>
                <a:spcPct val="170000"/>
              </a:lnSpc>
            </a:pPr>
            <a:r>
              <a:rPr lang="en-US" sz="1400" b="1">
                <a:ea typeface="+mn-lt"/>
                <a:cs typeface="+mn-lt"/>
              </a:rPr>
              <a:t>Q17: The Toss Factor</a:t>
            </a:r>
            <a:r>
              <a:rPr lang="en-US" sz="1400">
                <a:ea typeface="+mn-lt"/>
                <a:cs typeface="+mn-lt"/>
              </a:rPr>
              <a:t>: Statistical investigation into whether "Win Toss = Win Match" holds true. (</a:t>
            </a:r>
            <a:r>
              <a:rPr lang="en-US" sz="1400">
                <a:latin typeface="Consolas"/>
              </a:rPr>
              <a:t>q17_toss</a:t>
            </a:r>
            <a:r>
              <a:rPr lang="en-US" sz="1400">
                <a:ea typeface="+mn-lt"/>
                <a:cs typeface="+mn-lt"/>
              </a:rPr>
              <a:t>)</a:t>
            </a:r>
            <a:endParaRPr lang="en-US" sz="1400" dirty="0"/>
          </a:p>
          <a:p>
            <a:pPr>
              <a:lnSpc>
                <a:spcPct val="170000"/>
              </a:lnSpc>
            </a:pPr>
            <a:r>
              <a:rPr lang="en-US" sz="1400" b="1" dirty="0">
                <a:ea typeface="+mn-lt"/>
                <a:cs typeface="+mn-lt"/>
              </a:rPr>
              <a:t>Q19: Consistency Scoring</a:t>
            </a:r>
            <a:r>
              <a:rPr lang="en-US" sz="1400" dirty="0">
                <a:ea typeface="+mn-lt"/>
                <a:cs typeface="+mn-lt"/>
              </a:rPr>
              <a:t>: Utilizing </a:t>
            </a:r>
            <a:r>
              <a:rPr lang="en-US" sz="1400" b="1" dirty="0">
                <a:ea typeface="+mn-lt"/>
                <a:cs typeface="+mn-lt"/>
              </a:rPr>
              <a:t>Standard Deviation</a:t>
            </a:r>
            <a:r>
              <a:rPr lang="en-US" sz="1400" dirty="0">
                <a:ea typeface="+mn-lt"/>
                <a:cs typeface="+mn-lt"/>
              </a:rPr>
              <a:t> to find the most reliable batsmen since 2022. (</a:t>
            </a:r>
            <a:r>
              <a:rPr lang="en-US" sz="1400" dirty="0">
                <a:latin typeface="Consolas"/>
              </a:rPr>
              <a:t>q19_stddevi_2022</a:t>
            </a:r>
            <a:r>
              <a:rPr lang="en-US" sz="1400" dirty="0">
                <a:ea typeface="+mn-lt"/>
                <a:cs typeface="+mn-lt"/>
              </a:rPr>
              <a:t>)</a:t>
            </a:r>
            <a:endParaRPr lang="en-US" sz="1400" dirty="0"/>
          </a:p>
          <a:p>
            <a:pPr>
              <a:lnSpc>
                <a:spcPct val="170000"/>
              </a:lnSpc>
            </a:pPr>
            <a:endParaRPr lang="en-US" sz="1400" dirty="0"/>
          </a:p>
        </p:txBody>
      </p:sp>
      <p:pic>
        <p:nvPicPr>
          <p:cNvPr id="2" name="Picture 1" descr="A screenshot of a computer&#10;&#10;AI-generated content may be incorrect.">
            <a:extLst>
              <a:ext uri="{FF2B5EF4-FFF2-40B4-BE49-F238E27FC236}">
                <a16:creationId xmlns:a16="http://schemas.microsoft.com/office/drawing/2014/main" id="{C1A572D1-7F53-FDB1-1C2C-8CC05424D173}"/>
              </a:ext>
            </a:extLst>
          </p:cNvPr>
          <p:cNvPicPr>
            <a:picLocks noChangeAspect="1"/>
          </p:cNvPicPr>
          <p:nvPr/>
        </p:nvPicPr>
        <p:blipFill>
          <a:blip r:embed="rId3"/>
          <a:stretch>
            <a:fillRect/>
          </a:stretch>
        </p:blipFill>
        <p:spPr>
          <a:xfrm>
            <a:off x="702693" y="3050516"/>
            <a:ext cx="8572500" cy="1562100"/>
          </a:xfrm>
          <a:prstGeom prst="rect">
            <a:avLst/>
          </a:prstGeom>
        </p:spPr>
      </p:pic>
    </p:spTree>
    <p:extLst>
      <p:ext uri="{BB962C8B-B14F-4D97-AF65-F5344CB8AC3E}">
        <p14:creationId xmlns:p14="http://schemas.microsoft.com/office/powerpoint/2010/main" val="18334513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7C183-4BC0-DBE0-1649-3732B51D481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6C552AE-7580-31AB-3648-8249263DD544}"/>
              </a:ext>
            </a:extLst>
          </p:cNvPr>
          <p:cNvSpPr>
            <a:spLocks noGrp="1"/>
          </p:cNvSpPr>
          <p:nvPr>
            <p:ph type="title"/>
          </p:nvPr>
        </p:nvSpPr>
        <p:spPr>
          <a:xfrm>
            <a:off x="397447" y="393209"/>
            <a:ext cx="6770391" cy="914768"/>
          </a:xfrm>
        </p:spPr>
        <p:txBody>
          <a:bodyPr/>
          <a:lstStyle/>
          <a:p>
            <a:r>
              <a:rPr lang="en-US">
                <a:ea typeface="+mj-lt"/>
                <a:cs typeface="+mj-lt"/>
              </a:rPr>
              <a:t>Level 3: Advanced Modeling</a:t>
            </a:r>
            <a:endParaRPr lang="en-US"/>
          </a:p>
        </p:txBody>
      </p:sp>
      <p:sp>
        <p:nvSpPr>
          <p:cNvPr id="3" name="Slide Number Placeholder 2">
            <a:extLst>
              <a:ext uri="{FF2B5EF4-FFF2-40B4-BE49-F238E27FC236}">
                <a16:creationId xmlns:a16="http://schemas.microsoft.com/office/drawing/2014/main" id="{82E6E79F-BD0A-FF3B-678D-80AE1E7B65E5}"/>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11</a:t>
            </a:fld>
            <a:endParaRPr lang="en-US" dirty="0"/>
          </a:p>
        </p:txBody>
      </p:sp>
      <p:sp>
        <p:nvSpPr>
          <p:cNvPr id="5" name="Content Placeholder 4">
            <a:extLst>
              <a:ext uri="{FF2B5EF4-FFF2-40B4-BE49-F238E27FC236}">
                <a16:creationId xmlns:a16="http://schemas.microsoft.com/office/drawing/2014/main" id="{2C8AAE14-ADFC-4E87-78F3-5DFF71D015DB}"/>
              </a:ext>
            </a:extLst>
          </p:cNvPr>
          <p:cNvSpPr>
            <a:spLocks noGrp="1"/>
          </p:cNvSpPr>
          <p:nvPr>
            <p:ph sz="quarter" idx="10"/>
          </p:nvPr>
        </p:nvSpPr>
        <p:spPr>
          <a:xfrm>
            <a:off x="395362" y="1595529"/>
            <a:ext cx="11516758" cy="4948872"/>
          </a:xfrm>
        </p:spPr>
        <p:txBody>
          <a:bodyPr vert="horz" lIns="91440" tIns="45720" rIns="91440" bIns="45720" rtlCol="0" anchor="t">
            <a:noAutofit/>
          </a:bodyPr>
          <a:lstStyle/>
          <a:p>
            <a:r>
              <a:rPr lang="en-US" sz="1400" b="1">
                <a:ea typeface="+mn-lt"/>
                <a:cs typeface="+mn-lt"/>
              </a:rPr>
              <a:t>Q21: Weighted Ranking System</a:t>
            </a:r>
            <a:r>
              <a:rPr lang="en-US" sz="1400">
                <a:ea typeface="+mn-lt"/>
                <a:cs typeface="+mn-lt"/>
              </a:rPr>
              <a:t>: A custom algorithm combining batting (avg/SR), bowling (wickets/econ), and fielding (catches/stumpings) into a single score. (</a:t>
            </a:r>
            <a:r>
              <a:rPr lang="en-US" sz="1400">
                <a:latin typeface="Consolas"/>
              </a:rPr>
              <a:t>q21_players_ranking</a:t>
            </a:r>
            <a:r>
              <a:rPr lang="en-US" sz="1400">
                <a:ea typeface="+mn-lt"/>
                <a:cs typeface="+mn-lt"/>
              </a:rPr>
              <a:t>)</a:t>
            </a:r>
            <a:endParaRPr lang="en-US" sz="1400" dirty="0"/>
          </a:p>
          <a:p>
            <a:endParaRPr lang="en-US" sz="1400" dirty="0">
              <a:ea typeface="+mn-lt"/>
              <a:cs typeface="+mn-lt"/>
            </a:endParaRPr>
          </a:p>
          <a:p>
            <a:endParaRPr lang="en-US" sz="1400" dirty="0">
              <a:ea typeface="+mn-lt"/>
              <a:cs typeface="+mn-lt"/>
            </a:endParaRPr>
          </a:p>
          <a:p>
            <a:endParaRPr lang="en-US" sz="1400" dirty="0">
              <a:ea typeface="+mn-lt"/>
              <a:cs typeface="+mn-lt"/>
            </a:endParaRPr>
          </a:p>
          <a:p>
            <a:endParaRPr lang="en-US" sz="1400" dirty="0">
              <a:ea typeface="+mn-lt"/>
              <a:cs typeface="+mn-lt"/>
            </a:endParaRPr>
          </a:p>
          <a:p>
            <a:endParaRPr lang="en-US" sz="1400" dirty="0">
              <a:ea typeface="+mn-lt"/>
              <a:cs typeface="+mn-lt"/>
            </a:endParaRPr>
          </a:p>
          <a:p>
            <a:endParaRPr lang="en-US" sz="1400" dirty="0">
              <a:ea typeface="+mn-lt"/>
              <a:cs typeface="+mn-lt"/>
            </a:endParaRPr>
          </a:p>
          <a:p>
            <a:endParaRPr lang="en-US" sz="1400" dirty="0">
              <a:ea typeface="+mn-lt"/>
              <a:cs typeface="+mn-lt"/>
            </a:endParaRPr>
          </a:p>
          <a:p>
            <a:endParaRPr lang="en-US" sz="1400" dirty="0">
              <a:ea typeface="+mn-lt"/>
              <a:cs typeface="+mn-lt"/>
            </a:endParaRPr>
          </a:p>
          <a:p>
            <a:r>
              <a:rPr lang="en-US" sz="1400" b="1">
                <a:ea typeface="+mn-lt"/>
                <a:cs typeface="+mn-lt"/>
              </a:rPr>
              <a:t>Q22: Head-to-Head Predictor</a:t>
            </a:r>
            <a:r>
              <a:rPr lang="en-US" sz="1400">
                <a:ea typeface="+mn-lt"/>
                <a:cs typeface="+mn-lt"/>
              </a:rPr>
              <a:t>: Analyzing pair-wise team performance and victory margins over 3 years. (</a:t>
            </a:r>
            <a:r>
              <a:rPr lang="en-US" sz="1400">
                <a:latin typeface="Consolas"/>
              </a:rPr>
              <a:t>q22_final</a:t>
            </a:r>
            <a:r>
              <a:rPr lang="en-US" sz="1400">
                <a:ea typeface="+mn-lt"/>
                <a:cs typeface="+mn-lt"/>
              </a:rPr>
              <a:t>)</a:t>
            </a:r>
            <a:endParaRPr lang="en-US"/>
          </a:p>
          <a:p>
            <a:endParaRPr lang="en-US"/>
          </a:p>
        </p:txBody>
      </p:sp>
      <p:pic>
        <p:nvPicPr>
          <p:cNvPr id="6" name="Picture 5" descr="A screenshot of a computer&#10;&#10;AI-generated content may be incorrect.">
            <a:extLst>
              <a:ext uri="{FF2B5EF4-FFF2-40B4-BE49-F238E27FC236}">
                <a16:creationId xmlns:a16="http://schemas.microsoft.com/office/drawing/2014/main" id="{71674932-F126-0521-C267-51B39F189380}"/>
              </a:ext>
            </a:extLst>
          </p:cNvPr>
          <p:cNvPicPr>
            <a:picLocks noChangeAspect="1"/>
          </p:cNvPicPr>
          <p:nvPr/>
        </p:nvPicPr>
        <p:blipFill>
          <a:blip r:embed="rId3"/>
          <a:stretch>
            <a:fillRect/>
          </a:stretch>
        </p:blipFill>
        <p:spPr>
          <a:xfrm>
            <a:off x="999496" y="2323292"/>
            <a:ext cx="4427689" cy="3246588"/>
          </a:xfrm>
          <a:prstGeom prst="rect">
            <a:avLst/>
          </a:prstGeom>
        </p:spPr>
      </p:pic>
    </p:spTree>
    <p:extLst>
      <p:ext uri="{BB962C8B-B14F-4D97-AF65-F5344CB8AC3E}">
        <p14:creationId xmlns:p14="http://schemas.microsoft.com/office/powerpoint/2010/main" val="102732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82B48-E245-954B-7705-AECDB962101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BD7E483-70CB-785E-C0B1-FD1775939853}"/>
              </a:ext>
            </a:extLst>
          </p:cNvPr>
          <p:cNvSpPr>
            <a:spLocks noGrp="1"/>
          </p:cNvSpPr>
          <p:nvPr>
            <p:ph type="title"/>
          </p:nvPr>
        </p:nvSpPr>
        <p:spPr>
          <a:xfrm>
            <a:off x="397447" y="393209"/>
            <a:ext cx="6770391" cy="914768"/>
          </a:xfrm>
        </p:spPr>
        <p:txBody>
          <a:bodyPr/>
          <a:lstStyle/>
          <a:p>
            <a:r>
              <a:rPr lang="en-US">
                <a:ea typeface="+mj-lt"/>
                <a:cs typeface="+mj-lt"/>
              </a:rPr>
              <a:t>Level 3: Advanced Modeling</a:t>
            </a:r>
            <a:endParaRPr lang="en-US"/>
          </a:p>
        </p:txBody>
      </p:sp>
      <p:sp>
        <p:nvSpPr>
          <p:cNvPr id="3" name="Slide Number Placeholder 2">
            <a:extLst>
              <a:ext uri="{FF2B5EF4-FFF2-40B4-BE49-F238E27FC236}">
                <a16:creationId xmlns:a16="http://schemas.microsoft.com/office/drawing/2014/main" id="{6D2886AF-27B0-ECF8-C7CF-69B7F1309D14}"/>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12</a:t>
            </a:fld>
            <a:endParaRPr lang="en-US" dirty="0"/>
          </a:p>
        </p:txBody>
      </p:sp>
      <p:sp>
        <p:nvSpPr>
          <p:cNvPr id="5" name="Content Placeholder 4">
            <a:extLst>
              <a:ext uri="{FF2B5EF4-FFF2-40B4-BE49-F238E27FC236}">
                <a16:creationId xmlns:a16="http://schemas.microsoft.com/office/drawing/2014/main" id="{9FFE4ECC-2D16-78B0-E81E-5507810CBD1E}"/>
              </a:ext>
            </a:extLst>
          </p:cNvPr>
          <p:cNvSpPr>
            <a:spLocks noGrp="1"/>
          </p:cNvSpPr>
          <p:nvPr>
            <p:ph sz="quarter" idx="10"/>
          </p:nvPr>
        </p:nvSpPr>
        <p:spPr>
          <a:xfrm>
            <a:off x="395362" y="1595529"/>
            <a:ext cx="11516758" cy="2001514"/>
          </a:xfrm>
        </p:spPr>
        <p:txBody>
          <a:bodyPr vert="horz" lIns="91440" tIns="45720" rIns="91440" bIns="45720" rtlCol="0" anchor="t">
            <a:noAutofit/>
          </a:bodyPr>
          <a:lstStyle/>
          <a:p>
            <a:r>
              <a:rPr lang="en-US" sz="1400" b="1">
                <a:ea typeface="+mn-lt"/>
                <a:cs typeface="+mn-lt"/>
              </a:rPr>
              <a:t>Q23: Form Momentum Categorization</a:t>
            </a:r>
            <a:r>
              <a:rPr lang="en-US" sz="1400">
                <a:ea typeface="+mn-lt"/>
                <a:cs typeface="+mn-lt"/>
              </a:rPr>
              <a:t>: Classifying players as "Excellent" or "Poor" form based on their last 10 innings. (</a:t>
            </a:r>
            <a:r>
              <a:rPr lang="en-US" sz="1400">
                <a:latin typeface="Consolas"/>
                <a:ea typeface="+mn-lt"/>
                <a:cs typeface="+mn-lt"/>
              </a:rPr>
              <a:t>public.q23</a:t>
            </a:r>
            <a:r>
              <a:rPr lang="en-US" sz="1400">
                <a:ea typeface="+mn-lt"/>
                <a:cs typeface="+mn-lt"/>
              </a:rPr>
              <a:t>)</a:t>
            </a:r>
          </a:p>
          <a:p>
            <a:r>
              <a:rPr lang="en-US" sz="1400" b="1">
                <a:ea typeface="+mn-lt"/>
                <a:cs typeface="+mn-lt"/>
              </a:rPr>
              <a:t>Q24: Partnership Synergy</a:t>
            </a:r>
            <a:r>
              <a:rPr lang="en-US" sz="1400">
                <a:ea typeface="+mn-lt"/>
                <a:cs typeface="+mn-lt"/>
              </a:rPr>
              <a:t>: (The Core Study) Identifying the most successful batting combinations using a success rate percentage. (</a:t>
            </a:r>
            <a:r>
              <a:rPr lang="en-US" sz="1400">
                <a:latin typeface="Consolas"/>
              </a:rPr>
              <a:t>public.q24_batting_partner</a:t>
            </a:r>
            <a:r>
              <a:rPr lang="en-US" sz="1400">
                <a:ea typeface="+mn-lt"/>
                <a:cs typeface="+mn-lt"/>
              </a:rPr>
              <a:t>)</a:t>
            </a:r>
            <a:endParaRPr lang="en-US">
              <a:ea typeface="+mn-lt"/>
              <a:cs typeface="+mn-lt"/>
            </a:endParaRPr>
          </a:p>
          <a:p>
            <a:r>
              <a:rPr lang="en-US" sz="1400" b="1">
                <a:ea typeface="+mn-lt"/>
                <a:cs typeface="+mn-lt"/>
              </a:rPr>
              <a:t>Q25: Career Trajectory (Time-Series)</a:t>
            </a:r>
            <a:r>
              <a:rPr lang="en-US" sz="1400">
                <a:ea typeface="+mn-lt"/>
                <a:cs typeface="+mn-lt"/>
              </a:rPr>
              <a:t>: Quarterly performance analysis to categorize players as "Ascending," "Stable," or "Declining." (</a:t>
            </a:r>
            <a:r>
              <a:rPr lang="en-US" sz="1400">
                <a:latin typeface="Consolas"/>
              </a:rPr>
              <a:t>q25_performance_trend</a:t>
            </a:r>
            <a:r>
              <a:rPr lang="en-US" sz="1400">
                <a:ea typeface="+mn-lt"/>
                <a:cs typeface="+mn-lt"/>
              </a:rPr>
              <a:t>)</a:t>
            </a:r>
            <a:endParaRPr lang="en-US">
              <a:ea typeface="+mn-lt"/>
              <a:cs typeface="+mn-lt"/>
            </a:endParaRPr>
          </a:p>
          <a:p>
            <a:endParaRPr lang="en-US" sz="1400" dirty="0"/>
          </a:p>
        </p:txBody>
      </p:sp>
      <p:pic>
        <p:nvPicPr>
          <p:cNvPr id="2" name="Picture 1" descr="A screenshot of a computer&#10;&#10;AI-generated content may be incorrect.">
            <a:extLst>
              <a:ext uri="{FF2B5EF4-FFF2-40B4-BE49-F238E27FC236}">
                <a16:creationId xmlns:a16="http://schemas.microsoft.com/office/drawing/2014/main" id="{8AA71395-6E24-7F25-C6FA-B1C618A2C93C}"/>
              </a:ext>
            </a:extLst>
          </p:cNvPr>
          <p:cNvPicPr>
            <a:picLocks noChangeAspect="1"/>
          </p:cNvPicPr>
          <p:nvPr/>
        </p:nvPicPr>
        <p:blipFill>
          <a:blip r:embed="rId3"/>
          <a:stretch>
            <a:fillRect/>
          </a:stretch>
        </p:blipFill>
        <p:spPr>
          <a:xfrm>
            <a:off x="1058713" y="3427383"/>
            <a:ext cx="7486650" cy="2533650"/>
          </a:xfrm>
          <a:prstGeom prst="rect">
            <a:avLst/>
          </a:prstGeom>
        </p:spPr>
      </p:pic>
    </p:spTree>
    <p:extLst>
      <p:ext uri="{BB962C8B-B14F-4D97-AF65-F5344CB8AC3E}">
        <p14:creationId xmlns:p14="http://schemas.microsoft.com/office/powerpoint/2010/main" val="3125724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A1C02-3D26-6B99-9D76-9A722B48FED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EB22375-A634-F7FB-D08F-CD939D6CDC97}"/>
              </a:ext>
            </a:extLst>
          </p:cNvPr>
          <p:cNvSpPr>
            <a:spLocks noGrp="1"/>
          </p:cNvSpPr>
          <p:nvPr>
            <p:ph type="title"/>
          </p:nvPr>
        </p:nvSpPr>
        <p:spPr>
          <a:xfrm>
            <a:off x="397447" y="795775"/>
            <a:ext cx="6770391" cy="914768"/>
          </a:xfrm>
        </p:spPr>
        <p:txBody>
          <a:bodyPr/>
          <a:lstStyle/>
          <a:p>
            <a:r>
              <a:rPr lang="en-US">
                <a:ea typeface="+mj-lt"/>
                <a:cs typeface="+mj-lt"/>
              </a:rPr>
              <a:t>Technical Implementation</a:t>
            </a:r>
            <a:endParaRPr lang="en-US"/>
          </a:p>
        </p:txBody>
      </p:sp>
      <p:sp>
        <p:nvSpPr>
          <p:cNvPr id="3" name="Slide Number Placeholder 2">
            <a:extLst>
              <a:ext uri="{FF2B5EF4-FFF2-40B4-BE49-F238E27FC236}">
                <a16:creationId xmlns:a16="http://schemas.microsoft.com/office/drawing/2014/main" id="{6033511D-AF94-F678-BC65-DC7CF809C4BB}"/>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13</a:t>
            </a:fld>
            <a:endParaRPr lang="en-US" dirty="0"/>
          </a:p>
        </p:txBody>
      </p:sp>
      <p:sp>
        <p:nvSpPr>
          <p:cNvPr id="5" name="Content Placeholder 4">
            <a:extLst>
              <a:ext uri="{FF2B5EF4-FFF2-40B4-BE49-F238E27FC236}">
                <a16:creationId xmlns:a16="http://schemas.microsoft.com/office/drawing/2014/main" id="{83DA3074-8E57-9EBC-71EE-711794907905}"/>
              </a:ext>
            </a:extLst>
          </p:cNvPr>
          <p:cNvSpPr>
            <a:spLocks noGrp="1"/>
          </p:cNvSpPr>
          <p:nvPr>
            <p:ph sz="quarter" idx="10"/>
          </p:nvPr>
        </p:nvSpPr>
        <p:spPr>
          <a:xfrm>
            <a:off x="639777" y="1940586"/>
            <a:ext cx="10841023" cy="3683663"/>
          </a:xfrm>
        </p:spPr>
        <p:txBody>
          <a:bodyPr vert="horz" lIns="91440" tIns="45720" rIns="91440" bIns="45720" rtlCol="0" anchor="t">
            <a:noAutofit/>
          </a:bodyPr>
          <a:lstStyle/>
          <a:p>
            <a:r>
              <a:rPr lang="en-US" sz="1800" b="1">
                <a:ea typeface="+mn-lt"/>
                <a:cs typeface="+mn-lt"/>
              </a:rPr>
              <a:t>Data Staging</a:t>
            </a:r>
            <a:r>
              <a:rPr lang="en-US" sz="1800">
                <a:ea typeface="+mn-lt"/>
                <a:cs typeface="+mn-lt"/>
              </a:rPr>
              <a:t>: All these queries run against the tables populated by the Python-to-SQL pipeline.</a:t>
            </a:r>
            <a:endParaRPr lang="en-US" sz="1800" dirty="0">
              <a:ea typeface="+mn-lt"/>
              <a:cs typeface="+mn-lt"/>
            </a:endParaRPr>
          </a:p>
          <a:p>
            <a:r>
              <a:rPr lang="en-US" sz="1800" b="1" dirty="0">
                <a:ea typeface="+mn-lt"/>
                <a:cs typeface="+mn-lt"/>
              </a:rPr>
              <a:t>Query Efficiency</a:t>
            </a:r>
            <a:r>
              <a:rPr lang="en-US" sz="1800" dirty="0">
                <a:ea typeface="+mn-lt"/>
                <a:cs typeface="+mn-lt"/>
              </a:rPr>
              <a:t>: Advanced queries utilize Common Table Expressions (CTEs) and Window Functions (like </a:t>
            </a:r>
            <a:r>
              <a:rPr lang="en-US" sz="1800" dirty="0">
                <a:latin typeface="Consolas"/>
                <a:ea typeface="+mn-lt"/>
                <a:cs typeface="+mn-lt"/>
              </a:rPr>
              <a:t>RANK()</a:t>
            </a:r>
            <a:r>
              <a:rPr lang="en-US" sz="1800" dirty="0">
                <a:ea typeface="+mn-lt"/>
                <a:cs typeface="+mn-lt"/>
              </a:rPr>
              <a:t> and </a:t>
            </a:r>
            <a:r>
              <a:rPr lang="en-US" sz="1800" dirty="0">
                <a:latin typeface="Consolas"/>
                <a:ea typeface="+mn-lt"/>
                <a:cs typeface="+mn-lt"/>
              </a:rPr>
              <a:t>STDDEV()</a:t>
            </a:r>
            <a:r>
              <a:rPr lang="en-US" sz="1800" dirty="0">
                <a:ea typeface="+mn-lt"/>
                <a:cs typeface="+mn-lt"/>
              </a:rPr>
              <a:t>) for professional-grade reporting.</a:t>
            </a:r>
            <a:endParaRPr lang="en-US" sz="1800" dirty="0"/>
          </a:p>
          <a:p>
            <a:r>
              <a:rPr lang="en-US" sz="1800" b="1" dirty="0">
                <a:ea typeface="+mn-lt"/>
                <a:cs typeface="+mn-lt"/>
              </a:rPr>
              <a:t>Advanced Query Engineering</a:t>
            </a:r>
            <a:r>
              <a:rPr lang="en-US" sz="1800" dirty="0">
                <a:ea typeface="+mn-lt"/>
                <a:cs typeface="+mn-lt"/>
              </a:rPr>
              <a:t>: To ensure professional-grade reporting, the system utilizes high-performance SQL features:</a:t>
            </a:r>
            <a:endParaRPr lang="en-US" sz="1800" dirty="0"/>
          </a:p>
          <a:p>
            <a:r>
              <a:rPr lang="en-US" sz="1800" b="1">
                <a:ea typeface="+mn-lt"/>
                <a:cs typeface="+mn-lt"/>
              </a:rPr>
              <a:t>Common Table Expressions (CTEs)</a:t>
            </a:r>
            <a:r>
              <a:rPr lang="en-US" sz="1800">
                <a:ea typeface="+mn-lt"/>
                <a:cs typeface="+mn-lt"/>
              </a:rPr>
              <a:t>: Used for modular and readable query logic.</a:t>
            </a:r>
            <a:endParaRPr lang="en-US" sz="1800" dirty="0"/>
          </a:p>
          <a:p>
            <a:r>
              <a:rPr lang="en-US" sz="1800" b="1">
                <a:ea typeface="+mn-lt"/>
                <a:cs typeface="+mn-lt"/>
              </a:rPr>
              <a:t>Window Functions</a:t>
            </a:r>
            <a:r>
              <a:rPr lang="en-US" sz="1800">
                <a:ea typeface="+mn-lt"/>
                <a:cs typeface="+mn-lt"/>
              </a:rPr>
              <a:t>: Implemented </a:t>
            </a:r>
            <a:r>
              <a:rPr lang="en-US" sz="1800" b="1">
                <a:latin typeface="Consolas"/>
              </a:rPr>
              <a:t>RANK()</a:t>
            </a:r>
            <a:r>
              <a:rPr lang="en-US" sz="1800">
                <a:ea typeface="+mn-lt"/>
                <a:cs typeface="+mn-lt"/>
              </a:rPr>
              <a:t> for player leaderboards and </a:t>
            </a:r>
            <a:r>
              <a:rPr lang="en-US" sz="1800" b="1">
                <a:latin typeface="Consolas"/>
              </a:rPr>
              <a:t>STDDEV()</a:t>
            </a:r>
            <a:r>
              <a:rPr lang="en-US" sz="1800">
                <a:ea typeface="+mn-lt"/>
                <a:cs typeface="+mn-lt"/>
              </a:rPr>
              <a:t> for consistency analysis (Q19).</a:t>
            </a:r>
            <a:endParaRPr lang="en-US" sz="1800" dirty="0"/>
          </a:p>
          <a:p>
            <a:r>
              <a:rPr lang="en-US" sz="1800" b="1">
                <a:ea typeface="+mn-lt"/>
                <a:cs typeface="+mn-lt"/>
              </a:rPr>
              <a:t>Complex Joins</a:t>
            </a:r>
            <a:r>
              <a:rPr lang="en-US" sz="1800">
                <a:ea typeface="+mn-lt"/>
                <a:cs typeface="+mn-lt"/>
              </a:rPr>
              <a:t>: Correlating match details with player statistics across multiple formats.</a:t>
            </a:r>
            <a:endParaRPr lang="en-US" sz="1800" dirty="0"/>
          </a:p>
          <a:p>
            <a:endParaRPr lang="en-US" sz="1800" dirty="0"/>
          </a:p>
          <a:p>
            <a:endParaRPr lang="en-US" sz="1800" dirty="0"/>
          </a:p>
        </p:txBody>
      </p:sp>
    </p:spTree>
    <p:extLst>
      <p:ext uri="{BB962C8B-B14F-4D97-AF65-F5344CB8AC3E}">
        <p14:creationId xmlns:p14="http://schemas.microsoft.com/office/powerpoint/2010/main" val="314776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4C201AE1-5F17-CEE6-48AC-9FD23B549BBB}"/>
              </a:ext>
            </a:extLst>
          </p:cNvPr>
          <p:cNvSpPr>
            <a:spLocks noGrp="1"/>
          </p:cNvSpPr>
          <p:nvPr>
            <p:ph type="title"/>
          </p:nvPr>
        </p:nvSpPr>
        <p:spPr>
          <a:xfrm>
            <a:off x="5435600" y="914400"/>
            <a:ext cx="5843016" cy="3822192"/>
          </a:xfrm>
        </p:spPr>
        <p:txBody>
          <a:bodyPr/>
          <a:lstStyle/>
          <a:p>
            <a:r>
              <a:rPr lang="en-US" dirty="0"/>
              <a:t>Front-end </a:t>
            </a:r>
            <a:r>
              <a:rPr lang="en-US" dirty="0" err="1"/>
              <a:t>implementaion</a:t>
            </a:r>
          </a:p>
        </p:txBody>
      </p:sp>
      <p:sp>
        <p:nvSpPr>
          <p:cNvPr id="36" name="Content Placeholder 35">
            <a:extLst>
              <a:ext uri="{FF2B5EF4-FFF2-40B4-BE49-F238E27FC236}">
                <a16:creationId xmlns:a16="http://schemas.microsoft.com/office/drawing/2014/main" id="{4722EF44-93CA-1B7B-04EB-D0CEFB784C89}"/>
              </a:ext>
            </a:extLst>
          </p:cNvPr>
          <p:cNvSpPr>
            <a:spLocks noGrp="1"/>
          </p:cNvSpPr>
          <p:nvPr>
            <p:ph sz="quarter" idx="10"/>
          </p:nvPr>
        </p:nvSpPr>
        <p:spPr>
          <a:xfrm>
            <a:off x="5435600" y="4956902"/>
            <a:ext cx="5718896" cy="1745649"/>
          </a:xfrm>
        </p:spPr>
        <p:txBody>
          <a:bodyPr vert="horz" lIns="91440" tIns="45720" rIns="91440" bIns="45720" rtlCol="0" anchor="t">
            <a:normAutofit/>
          </a:bodyPr>
          <a:lstStyle/>
          <a:p>
            <a:r>
              <a:rPr lang="en-US" dirty="0" err="1"/>
              <a:t>Streamlit</a:t>
            </a:r>
            <a:r>
              <a:rPr lang="en-US" dirty="0"/>
              <a:t> design</a:t>
            </a:r>
          </a:p>
        </p:txBody>
      </p:sp>
      <p:pic>
        <p:nvPicPr>
          <p:cNvPr id="4" name="Picture Placeholder 3" descr="A green and white logo&#10;&#10;AI-generated content may be incorrect.">
            <a:extLst>
              <a:ext uri="{FF2B5EF4-FFF2-40B4-BE49-F238E27FC236}">
                <a16:creationId xmlns:a16="http://schemas.microsoft.com/office/drawing/2014/main" id="{732BCE32-FA7F-892E-2F5B-DE2987E881F4}"/>
              </a:ext>
            </a:extLst>
          </p:cNvPr>
          <p:cNvPicPr>
            <a:picLocks noGrp="1" noChangeAspect="1"/>
          </p:cNvPicPr>
          <p:nvPr>
            <p:ph type="pic" sz="quarter" idx="11"/>
          </p:nvPr>
        </p:nvPicPr>
        <p:blipFill>
          <a:blip r:embed="rId3"/>
          <a:srcRect l="1569" r="1569"/>
          <a:stretch/>
        </p:blipFill>
        <p:spPr>
          <a:custGeom>
            <a:avLst/>
            <a:gdLst>
              <a:gd name="connsiteX0" fmla="*/ 0 w 4943475"/>
              <a:gd name="connsiteY0" fmla="*/ 0 h 6858000"/>
              <a:gd name="connsiteX1" fmla="*/ 4943475 w 4943475"/>
              <a:gd name="connsiteY1" fmla="*/ 0 h 6858000"/>
              <a:gd name="connsiteX2" fmla="*/ 4943475 w 4943475"/>
              <a:gd name="connsiteY2" fmla="*/ 6858000 h 6858000"/>
              <a:gd name="connsiteX3" fmla="*/ 1948462 w 4943475"/>
              <a:gd name="connsiteY3" fmla="*/ 6858000 h 6858000"/>
              <a:gd name="connsiteX4" fmla="*/ 1902164 w 4943475"/>
              <a:gd name="connsiteY4" fmla="*/ 6774672 h 6858000"/>
              <a:gd name="connsiteX5" fmla="*/ 611627 w 4943475"/>
              <a:gd name="connsiteY5" fmla="*/ 5912623 h 6858000"/>
              <a:gd name="connsiteX6" fmla="*/ 32435 w 4943475"/>
              <a:gd name="connsiteY6" fmla="*/ 5445420 h 6858000"/>
              <a:gd name="connsiteX7" fmla="*/ 1 w 4943475"/>
              <a:gd name="connsiteY7" fmla="*/ 5404026 h 6858000"/>
              <a:gd name="connsiteX8" fmla="*/ 1 w 4943475"/>
              <a:gd name="connsiteY8" fmla="*/ 6858000 h 6858000"/>
              <a:gd name="connsiteX9" fmla="*/ 0 w 4943475"/>
              <a:gd name="connsiteY9" fmla="*/ 6858000 h 6858000"/>
              <a:gd name="connsiteX10" fmla="*/ 0 w 4943475"/>
              <a:gd name="connsiteY10" fmla="*/ 195745 h 6858000"/>
              <a:gd name="connsiteX11" fmla="*/ 108843 w 4943475"/>
              <a:gd name="connsiteY11" fmla="*/ 163733 h 6858000"/>
              <a:gd name="connsiteX12" fmla="*/ 967215 w 4943475"/>
              <a:gd name="connsiteY12" fmla="*/ 241509 h 6858000"/>
              <a:gd name="connsiteX13" fmla="*/ 3348503 w 4943475"/>
              <a:gd name="connsiteY13" fmla="*/ 44582 h 6858000"/>
              <a:gd name="connsiteX14" fmla="*/ 3385345 w 4943475"/>
              <a:gd name="connsiteY14" fmla="*/ 1 h 6858000"/>
              <a:gd name="connsiteX15" fmla="*/ 0 w 4943475"/>
              <a:gd name="connsiteY15"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43475" h="6858000">
                <a:moveTo>
                  <a:pt x="0" y="0"/>
                </a:moveTo>
                <a:lnTo>
                  <a:pt x="4943475" y="0"/>
                </a:lnTo>
                <a:lnTo>
                  <a:pt x="4943475" y="6858000"/>
                </a:lnTo>
                <a:lnTo>
                  <a:pt x="1948462" y="6858000"/>
                </a:lnTo>
                <a:lnTo>
                  <a:pt x="1902164" y="6774672"/>
                </a:lnTo>
                <a:cubicBezTo>
                  <a:pt x="1598726" y="6299650"/>
                  <a:pt x="1000744" y="6114221"/>
                  <a:pt x="611627" y="5912623"/>
                </a:cubicBezTo>
                <a:cubicBezTo>
                  <a:pt x="377049" y="5791105"/>
                  <a:pt x="190804" y="5626236"/>
                  <a:pt x="32435" y="5445420"/>
                </a:cubicBezTo>
                <a:lnTo>
                  <a:pt x="1" y="5404026"/>
                </a:lnTo>
                <a:lnTo>
                  <a:pt x="1" y="6858000"/>
                </a:lnTo>
                <a:lnTo>
                  <a:pt x="0" y="6858000"/>
                </a:lnTo>
                <a:lnTo>
                  <a:pt x="0" y="195745"/>
                </a:lnTo>
                <a:lnTo>
                  <a:pt x="108843" y="163733"/>
                </a:lnTo>
                <a:cubicBezTo>
                  <a:pt x="397804" y="100711"/>
                  <a:pt x="616031" y="97449"/>
                  <a:pt x="967215" y="241509"/>
                </a:cubicBezTo>
                <a:cubicBezTo>
                  <a:pt x="1716966" y="550751"/>
                  <a:pt x="2752694" y="665260"/>
                  <a:pt x="3348503" y="44582"/>
                </a:cubicBezTo>
                <a:lnTo>
                  <a:pt x="3385345" y="1"/>
                </a:lnTo>
                <a:lnTo>
                  <a:pt x="0" y="1"/>
                </a:lnTo>
                <a:close/>
              </a:path>
            </a:pathLst>
          </a:custGeom>
        </p:spPr>
      </p:pic>
    </p:spTree>
    <p:extLst>
      <p:ext uri="{BB962C8B-B14F-4D97-AF65-F5344CB8AC3E}">
        <p14:creationId xmlns:p14="http://schemas.microsoft.com/office/powerpoint/2010/main" val="1554665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2AD00C4-9BD6-9815-A7C9-CC493433979D}"/>
              </a:ext>
            </a:extLst>
          </p:cNvPr>
          <p:cNvSpPr>
            <a:spLocks noGrp="1"/>
          </p:cNvSpPr>
          <p:nvPr>
            <p:ph type="title"/>
          </p:nvPr>
        </p:nvSpPr>
        <p:spPr>
          <a:xfrm>
            <a:off x="699372" y="536984"/>
            <a:ext cx="4987598" cy="1794590"/>
          </a:xfrm>
        </p:spPr>
        <p:txBody>
          <a:bodyPr/>
          <a:lstStyle/>
          <a:p>
            <a:r>
              <a:rPr lang="en-US"/>
              <a:t>Stream lit</a:t>
            </a:r>
            <a:endParaRPr lang="en-US" dirty="0"/>
          </a:p>
        </p:txBody>
      </p:sp>
      <p:sp>
        <p:nvSpPr>
          <p:cNvPr id="4" name="Slide Number Placeholder 3">
            <a:extLst>
              <a:ext uri="{FF2B5EF4-FFF2-40B4-BE49-F238E27FC236}">
                <a16:creationId xmlns:a16="http://schemas.microsoft.com/office/drawing/2014/main" id="{D7B2A267-D680-AAEC-C3D3-4D42F5C04B8D}"/>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15</a:t>
            </a:fld>
            <a:endParaRPr lang="en-US" dirty="0"/>
          </a:p>
        </p:txBody>
      </p:sp>
      <p:sp>
        <p:nvSpPr>
          <p:cNvPr id="6" name="Content Placeholder 5">
            <a:extLst>
              <a:ext uri="{FF2B5EF4-FFF2-40B4-BE49-F238E27FC236}">
                <a16:creationId xmlns:a16="http://schemas.microsoft.com/office/drawing/2014/main" id="{EECBABC3-3B34-7E1E-AAD0-5E980D23494E}"/>
              </a:ext>
            </a:extLst>
          </p:cNvPr>
          <p:cNvSpPr>
            <a:spLocks noGrp="1"/>
          </p:cNvSpPr>
          <p:nvPr>
            <p:ph sz="quarter" idx="10"/>
          </p:nvPr>
        </p:nvSpPr>
        <p:spPr>
          <a:xfrm>
            <a:off x="696488" y="2377875"/>
            <a:ext cx="3536078" cy="3565723"/>
          </a:xfrm>
        </p:spPr>
        <p:txBody>
          <a:bodyPr vert="horz" lIns="0" tIns="0" rIns="91440" bIns="45720" rtlCol="0" anchor="t">
            <a:normAutofit/>
          </a:bodyPr>
          <a:lstStyle/>
          <a:p>
            <a:r>
              <a:rPr lang="en-US"/>
              <a:t>Home page</a:t>
            </a:r>
            <a:endParaRPr lang="en-US" dirty="0"/>
          </a:p>
          <a:p>
            <a:r>
              <a:rPr lang="en-US"/>
              <a:t>Live match page</a:t>
            </a:r>
          </a:p>
          <a:p>
            <a:r>
              <a:rPr lang="en-US"/>
              <a:t>Player stats</a:t>
            </a:r>
          </a:p>
          <a:p>
            <a:r>
              <a:rPr lang="en-US">
                <a:solidFill>
                  <a:srgbClr val="000000"/>
                </a:solidFill>
                <a:ea typeface="+mn-lt"/>
                <a:cs typeface="+mn-lt"/>
              </a:rPr>
              <a:t>SQL query analysis</a:t>
            </a:r>
          </a:p>
          <a:p>
            <a:r>
              <a:rPr lang="en-US">
                <a:solidFill>
                  <a:srgbClr val="000000"/>
                </a:solidFill>
                <a:ea typeface="+mn-lt"/>
                <a:cs typeface="+mn-lt"/>
              </a:rPr>
              <a:t>CRUD operations</a:t>
            </a:r>
            <a:endParaRPr lang="en-US" dirty="0">
              <a:solidFill>
                <a:srgbClr val="000000"/>
              </a:solidFill>
              <a:ea typeface="+mn-lt"/>
              <a:cs typeface="+mn-lt"/>
            </a:endParaRPr>
          </a:p>
        </p:txBody>
      </p:sp>
      <p:sp>
        <p:nvSpPr>
          <p:cNvPr id="16" name="Text Placeholder 15">
            <a:extLst>
              <a:ext uri="{FF2B5EF4-FFF2-40B4-BE49-F238E27FC236}">
                <a16:creationId xmlns:a16="http://schemas.microsoft.com/office/drawing/2014/main" id="{59398941-F062-C237-A74C-20400DE1554B}"/>
              </a:ext>
            </a:extLst>
          </p:cNvPr>
          <p:cNvSpPr>
            <a:spLocks noGrp="1"/>
          </p:cNvSpPr>
          <p:nvPr>
            <p:ph type="body" sz="quarter" idx="11"/>
          </p:nvPr>
        </p:nvSpPr>
        <p:spPr>
          <a:xfrm>
            <a:off x="4673599" y="2377875"/>
            <a:ext cx="6816725" cy="378025"/>
          </a:xfrm>
        </p:spPr>
        <p:txBody>
          <a:bodyPr vert="horz" lIns="91440" tIns="45720" rIns="91440" bIns="45720" rtlCol="0" anchor="t">
            <a:noAutofit/>
          </a:bodyPr>
          <a:lstStyle/>
          <a:p>
            <a:r>
              <a:rPr lang="en-US"/>
              <a:t>Web Page Implementation</a:t>
            </a:r>
            <a:endParaRPr lang="en-US" dirty="0"/>
          </a:p>
        </p:txBody>
      </p:sp>
      <p:graphicFrame>
        <p:nvGraphicFramePr>
          <p:cNvPr id="18" name="Content Placeholder 17" descr="A timeline of the product launch">
            <a:extLst>
              <a:ext uri="{FF2B5EF4-FFF2-40B4-BE49-F238E27FC236}">
                <a16:creationId xmlns:a16="http://schemas.microsoft.com/office/drawing/2014/main" id="{1A839F18-0E22-803B-1A65-0D154FE83007}"/>
              </a:ext>
            </a:extLst>
          </p:cNvPr>
          <p:cNvGraphicFramePr>
            <a:graphicFrameLocks noGrp="1"/>
          </p:cNvGraphicFramePr>
          <p:nvPr>
            <p:ph sz="quarter" idx="12"/>
            <p:extLst>
              <p:ext uri="{D42A27DB-BD31-4B8C-83A1-F6EECF244321}">
                <p14:modId xmlns:p14="http://schemas.microsoft.com/office/powerpoint/2010/main" val="3073403491"/>
              </p:ext>
            </p:extLst>
          </p:nvPr>
        </p:nvGraphicFramePr>
        <p:xfrm>
          <a:off x="4673600" y="2755900"/>
          <a:ext cx="6816725" cy="3187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30229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033296A-C7EA-3DFF-9A19-75C334E26D5C}"/>
              </a:ext>
            </a:extLst>
          </p:cNvPr>
          <p:cNvSpPr>
            <a:spLocks noGrp="1"/>
          </p:cNvSpPr>
          <p:nvPr>
            <p:ph type="title"/>
          </p:nvPr>
        </p:nvSpPr>
        <p:spPr>
          <a:xfrm>
            <a:off x="699372" y="536984"/>
            <a:ext cx="4987598" cy="931949"/>
          </a:xfrm>
        </p:spPr>
        <p:txBody>
          <a:bodyPr/>
          <a:lstStyle/>
          <a:p>
            <a:r>
              <a:rPr lang="en-US" b="1">
                <a:ea typeface="+mj-lt"/>
                <a:cs typeface="+mj-lt"/>
              </a:rPr>
              <a:t>Live Match Page</a:t>
            </a:r>
            <a:endParaRPr lang="en-US"/>
          </a:p>
          <a:p>
            <a:endParaRPr lang="en-US" dirty="0"/>
          </a:p>
        </p:txBody>
      </p:sp>
      <p:sp>
        <p:nvSpPr>
          <p:cNvPr id="3" name="Slide Number Placeholder 2">
            <a:extLst>
              <a:ext uri="{FF2B5EF4-FFF2-40B4-BE49-F238E27FC236}">
                <a16:creationId xmlns:a16="http://schemas.microsoft.com/office/drawing/2014/main" id="{6FF120BD-672B-4100-98E5-79A160ADCD2D}"/>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16</a:t>
            </a:fld>
            <a:endParaRPr lang="en-US" dirty="0"/>
          </a:p>
        </p:txBody>
      </p:sp>
      <p:sp>
        <p:nvSpPr>
          <p:cNvPr id="6" name="Content Placeholder 5">
            <a:extLst>
              <a:ext uri="{FF2B5EF4-FFF2-40B4-BE49-F238E27FC236}">
                <a16:creationId xmlns:a16="http://schemas.microsoft.com/office/drawing/2014/main" id="{B3B62618-23CE-29C0-4073-14601F67C2EC}"/>
              </a:ext>
            </a:extLst>
          </p:cNvPr>
          <p:cNvSpPr>
            <a:spLocks noGrp="1"/>
          </p:cNvSpPr>
          <p:nvPr>
            <p:ph sz="quarter" idx="10"/>
          </p:nvPr>
        </p:nvSpPr>
        <p:spPr>
          <a:xfrm>
            <a:off x="696488" y="2377875"/>
            <a:ext cx="4627866" cy="4300717"/>
          </a:xfrm>
        </p:spPr>
        <p:txBody>
          <a:bodyPr vert="horz" lIns="0" tIns="0" rIns="91440" bIns="45720" rtlCol="0" anchor="t">
            <a:normAutofit/>
          </a:bodyPr>
          <a:lstStyle/>
          <a:p>
            <a:r>
              <a:rPr lang="en-US" b="1" dirty="0">
                <a:ea typeface="+mn-lt"/>
                <a:cs typeface="+mn-lt"/>
              </a:rPr>
              <a:t>Real-Time Data</a:t>
            </a:r>
            <a:r>
              <a:rPr lang="en-US" dirty="0">
                <a:ea typeface="+mn-lt"/>
                <a:cs typeface="+mn-lt"/>
              </a:rPr>
              <a:t>: Users can view ongoing matches directly from the </a:t>
            </a:r>
            <a:r>
              <a:rPr lang="en-US" dirty="0" err="1">
                <a:ea typeface="+mn-lt"/>
                <a:cs typeface="+mn-lt"/>
              </a:rPr>
              <a:t>Cricbuzz</a:t>
            </a:r>
            <a:r>
              <a:rPr lang="en-US" dirty="0">
                <a:ea typeface="+mn-lt"/>
                <a:cs typeface="+mn-lt"/>
              </a:rPr>
              <a:t> API.</a:t>
            </a:r>
            <a:endParaRPr lang="en-US" dirty="0"/>
          </a:p>
          <a:p>
            <a:r>
              <a:rPr lang="en-US" b="1" dirty="0">
                <a:ea typeface="+mn-lt"/>
                <a:cs typeface="+mn-lt"/>
              </a:rPr>
              <a:t>Dynamic Scorecards</a:t>
            </a:r>
            <a:r>
              <a:rPr lang="en-US" dirty="0">
                <a:ea typeface="+mn-lt"/>
                <a:cs typeface="+mn-lt"/>
              </a:rPr>
              <a:t>: Displays detailed information on batsmen, bowlers, match status, and venue details in real-time.</a:t>
            </a:r>
            <a:endParaRPr lang="en-US" dirty="0"/>
          </a:p>
          <a:p>
            <a:r>
              <a:rPr lang="en-US" b="1" dirty="0">
                <a:ea typeface="+mn-lt"/>
                <a:cs typeface="+mn-lt"/>
              </a:rPr>
              <a:t>Automation</a:t>
            </a:r>
            <a:r>
              <a:rPr lang="en-US" dirty="0">
                <a:ea typeface="+mn-lt"/>
                <a:cs typeface="+mn-lt"/>
              </a:rPr>
              <a:t>: Automatic parsing of JSON API responses into readable </a:t>
            </a:r>
            <a:r>
              <a:rPr lang="en-US" dirty="0" err="1">
                <a:ea typeface="+mn-lt"/>
                <a:cs typeface="+mn-lt"/>
              </a:rPr>
              <a:t>dataframes</a:t>
            </a:r>
            <a:r>
              <a:rPr lang="en-US" dirty="0">
                <a:ea typeface="+mn-lt"/>
                <a:cs typeface="+mn-lt"/>
              </a:rPr>
              <a:t> using the q2024 staging variable.</a:t>
            </a:r>
            <a:endParaRPr lang="en-US" dirty="0"/>
          </a:p>
          <a:p>
            <a:endParaRPr lang="en-US" dirty="0"/>
          </a:p>
        </p:txBody>
      </p:sp>
      <p:pic>
        <p:nvPicPr>
          <p:cNvPr id="7" name="Picture Placeholder 6" descr="A group of people playing cricket">
            <a:extLst>
              <a:ext uri="{FF2B5EF4-FFF2-40B4-BE49-F238E27FC236}">
                <a16:creationId xmlns:a16="http://schemas.microsoft.com/office/drawing/2014/main" id="{2A9E6DCA-02D9-A295-CD0D-D1367C8640AD}"/>
              </a:ext>
            </a:extLst>
          </p:cNvPr>
          <p:cNvPicPr>
            <a:picLocks noGrp="1" noChangeAspect="1"/>
          </p:cNvPicPr>
          <p:nvPr>
            <p:ph type="pic" sz="quarter" idx="11"/>
          </p:nvPr>
        </p:nvPicPr>
        <p:blipFill>
          <a:blip r:embed="rId3"/>
          <a:srcRect l="15378" r="15378"/>
          <a:stretch/>
        </p:blipFill>
        <p:spPr>
          <a:xfrm>
            <a:off x="5930990" y="533100"/>
            <a:ext cx="5575300" cy="603091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179534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C697A-E66D-13F7-5BC8-21964FE8954A}"/>
              </a:ext>
            </a:extLst>
          </p:cNvPr>
          <p:cNvSpPr>
            <a:spLocks noGrp="1"/>
          </p:cNvSpPr>
          <p:nvPr>
            <p:ph type="title"/>
          </p:nvPr>
        </p:nvSpPr>
        <p:spPr>
          <a:xfrm>
            <a:off x="411824" y="623248"/>
            <a:ext cx="4987598" cy="1794590"/>
          </a:xfrm>
        </p:spPr>
        <p:txBody>
          <a:bodyPr/>
          <a:lstStyle/>
          <a:p>
            <a:r>
              <a:rPr lang="en-US" b="1"/>
              <a:t>Live match score card</a:t>
            </a:r>
          </a:p>
        </p:txBody>
      </p:sp>
      <p:sp>
        <p:nvSpPr>
          <p:cNvPr id="3" name="Footer Placeholder 2">
            <a:extLst>
              <a:ext uri="{FF2B5EF4-FFF2-40B4-BE49-F238E27FC236}">
                <a16:creationId xmlns:a16="http://schemas.microsoft.com/office/drawing/2014/main" id="{A8910BF5-D69D-652C-CB8F-625D31AC042A}"/>
              </a:ext>
            </a:extLst>
          </p:cNvPr>
          <p:cNvSpPr>
            <a:spLocks noGrp="1"/>
          </p:cNvSpPr>
          <p:nvPr>
            <p:ph type="ftr" sz="quarter" idx="3"/>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A69331D-CE5B-210A-90C2-D596A91AA5F4}"/>
              </a:ext>
            </a:extLst>
          </p:cNvPr>
          <p:cNvSpPr>
            <a:spLocks noGrp="1"/>
          </p:cNvSpPr>
          <p:nvPr>
            <p:ph type="sldNum" sz="quarter" idx="4"/>
          </p:nvPr>
        </p:nvSpPr>
        <p:spPr/>
        <p:txBody>
          <a:bodyPr/>
          <a:lstStyle/>
          <a:p>
            <a:fld id="{6D22F896-40B5-4ADD-8801-0D06FADFA095}" type="slidenum">
              <a:rPr lang="en-US" smtClean="0"/>
              <a:pPr/>
              <a:t>17</a:t>
            </a:fld>
            <a:endParaRPr lang="en-US" dirty="0"/>
          </a:p>
        </p:txBody>
      </p:sp>
      <p:pic>
        <p:nvPicPr>
          <p:cNvPr id="13" name="Picture Placeholder 12" descr="A screenshot of a computer&#10;&#10;AI-generated content may be incorrect.">
            <a:extLst>
              <a:ext uri="{FF2B5EF4-FFF2-40B4-BE49-F238E27FC236}">
                <a16:creationId xmlns:a16="http://schemas.microsoft.com/office/drawing/2014/main" id="{6432F65D-124E-9694-30A6-2580A2CDA9A3}"/>
              </a:ext>
            </a:extLst>
          </p:cNvPr>
          <p:cNvPicPr>
            <a:picLocks noGrp="1" noChangeAspect="1"/>
          </p:cNvPicPr>
          <p:nvPr>
            <p:ph type="pic" sz="quarter" idx="11"/>
          </p:nvPr>
        </p:nvPicPr>
        <p:blipFill>
          <a:blip r:embed="rId2"/>
          <a:srcRect l="24012" r="24012"/>
          <a:stretch/>
        </p:blipFill>
        <p:spPr>
          <a:xfrm>
            <a:off x="5629067" y="619365"/>
            <a:ext cx="6107262" cy="6016536"/>
          </a:xfrm>
          <a:prstGeom prst="rect">
            <a:avLst/>
          </a:prstGeom>
        </p:spPr>
      </p:pic>
      <p:sp>
        <p:nvSpPr>
          <p:cNvPr id="14" name="TextBox 13">
            <a:extLst>
              <a:ext uri="{FF2B5EF4-FFF2-40B4-BE49-F238E27FC236}">
                <a16:creationId xmlns:a16="http://schemas.microsoft.com/office/drawing/2014/main" id="{51B86E1E-838E-D0AA-1423-C7DED55358F5}"/>
              </a:ext>
            </a:extLst>
          </p:cNvPr>
          <p:cNvSpPr txBox="1"/>
          <p:nvPr/>
        </p:nvSpPr>
        <p:spPr>
          <a:xfrm>
            <a:off x="407141" y="2672229"/>
            <a:ext cx="482294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mn-lt"/>
                <a:cs typeface="+mn-lt"/>
              </a:rPr>
              <a:t>Real-time validation of API responses using Python to ensure zero data loss during the transfer from the </a:t>
            </a:r>
            <a:r>
              <a:rPr lang="en-US" dirty="0" err="1">
                <a:solidFill>
                  <a:schemeClr val="bg1"/>
                </a:solidFill>
                <a:ea typeface="+mn-lt"/>
                <a:cs typeface="+mn-lt"/>
              </a:rPr>
              <a:t>Cricbuzz</a:t>
            </a:r>
            <a:r>
              <a:rPr lang="en-US" dirty="0">
                <a:solidFill>
                  <a:schemeClr val="bg1"/>
                </a:solidFill>
                <a:ea typeface="+mn-lt"/>
                <a:cs typeface="+mn-lt"/>
              </a:rPr>
              <a:t> API to the </a:t>
            </a:r>
            <a:r>
              <a:rPr lang="en-US" b="1" dirty="0" err="1">
                <a:solidFill>
                  <a:schemeClr val="bg1"/>
                </a:solidFill>
                <a:latin typeface="Consolas"/>
              </a:rPr>
              <a:t>cricbuzz</a:t>
            </a:r>
            <a:r>
              <a:rPr lang="en-US" dirty="0">
                <a:solidFill>
                  <a:schemeClr val="bg1"/>
                </a:solidFill>
                <a:ea typeface="+mn-lt"/>
                <a:cs typeface="+mn-lt"/>
              </a:rPr>
              <a:t> database.</a:t>
            </a:r>
            <a:endParaRPr lang="en-US" dirty="0">
              <a:solidFill>
                <a:schemeClr val="bg1"/>
              </a:solidFill>
            </a:endParaRPr>
          </a:p>
        </p:txBody>
      </p:sp>
    </p:spTree>
    <p:extLst>
      <p:ext uri="{BB962C8B-B14F-4D97-AF65-F5344CB8AC3E}">
        <p14:creationId xmlns:p14="http://schemas.microsoft.com/office/powerpoint/2010/main" val="2695699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446B6F-C7F9-BB20-B23E-751C57D42073}"/>
              </a:ext>
            </a:extLst>
          </p:cNvPr>
          <p:cNvSpPr>
            <a:spLocks noGrp="1"/>
          </p:cNvSpPr>
          <p:nvPr>
            <p:ph type="title"/>
          </p:nvPr>
        </p:nvSpPr>
        <p:spPr>
          <a:xfrm>
            <a:off x="699372" y="536983"/>
            <a:ext cx="4987598" cy="1806163"/>
          </a:xfrm>
        </p:spPr>
        <p:txBody>
          <a:bodyPr/>
          <a:lstStyle/>
          <a:p>
            <a:r>
              <a:rPr lang="en-US" sz="3600" b="1"/>
              <a:t>Player stats</a:t>
            </a:r>
          </a:p>
        </p:txBody>
      </p:sp>
      <p:sp>
        <p:nvSpPr>
          <p:cNvPr id="3" name="Slide Number Placeholder 2">
            <a:extLst>
              <a:ext uri="{FF2B5EF4-FFF2-40B4-BE49-F238E27FC236}">
                <a16:creationId xmlns:a16="http://schemas.microsoft.com/office/drawing/2014/main" id="{047E480A-9D16-B69D-A4C7-539066CB715A}"/>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18</a:t>
            </a:fld>
            <a:endParaRPr lang="en-US" dirty="0"/>
          </a:p>
        </p:txBody>
      </p:sp>
      <p:sp>
        <p:nvSpPr>
          <p:cNvPr id="7" name="Content Placeholder 6">
            <a:extLst>
              <a:ext uri="{FF2B5EF4-FFF2-40B4-BE49-F238E27FC236}">
                <a16:creationId xmlns:a16="http://schemas.microsoft.com/office/drawing/2014/main" id="{C672DDA1-9094-1A61-7B46-D41EC92D3CD1}"/>
              </a:ext>
            </a:extLst>
          </p:cNvPr>
          <p:cNvSpPr>
            <a:spLocks noGrp="1"/>
          </p:cNvSpPr>
          <p:nvPr>
            <p:ph sz="quarter" idx="10"/>
          </p:nvPr>
        </p:nvSpPr>
        <p:spPr>
          <a:xfrm>
            <a:off x="703258" y="1702137"/>
            <a:ext cx="10790767" cy="5150154"/>
          </a:xfrm>
        </p:spPr>
        <p:txBody>
          <a:bodyPr vert="horz" lIns="91440" tIns="45720" rIns="91440" bIns="45720" rtlCol="0" anchor="t">
            <a:normAutofit/>
          </a:bodyPr>
          <a:lstStyle/>
          <a:p>
            <a:pPr marL="285750" indent="-285750">
              <a:buFont typeface="Arial"/>
              <a:buChar char="•"/>
            </a:pPr>
            <a:r>
              <a:rPr lang="en-US" b="1" dirty="0">
                <a:ea typeface="+mn-lt"/>
                <a:cs typeface="+mn-lt"/>
              </a:rPr>
              <a:t>Live API Integration</a:t>
            </a:r>
            <a:r>
              <a:rPr lang="en-US" dirty="0">
                <a:ea typeface="+mn-lt"/>
                <a:cs typeface="+mn-lt"/>
              </a:rPr>
              <a:t>: Displays real-time player rankings and career statistics fetched directly from the </a:t>
            </a:r>
            <a:r>
              <a:rPr lang="en-US" b="1" dirty="0" err="1">
                <a:ea typeface="+mn-lt"/>
                <a:cs typeface="+mn-lt"/>
              </a:rPr>
              <a:t>Cricbuzz</a:t>
            </a:r>
            <a:r>
              <a:rPr lang="en-US" b="1" dirty="0">
                <a:ea typeface="+mn-lt"/>
                <a:cs typeface="+mn-lt"/>
              </a:rPr>
              <a:t> </a:t>
            </a:r>
            <a:r>
              <a:rPr lang="en-US" b="1" dirty="0" err="1">
                <a:ea typeface="+mn-lt"/>
                <a:cs typeface="+mn-lt"/>
              </a:rPr>
              <a:t>RapidAPI</a:t>
            </a:r>
            <a:r>
              <a:rPr lang="en-US" dirty="0">
                <a:ea typeface="+mn-lt"/>
                <a:cs typeface="+mn-lt"/>
              </a:rPr>
              <a:t>.</a:t>
            </a:r>
            <a:endParaRPr lang="en-US" dirty="0"/>
          </a:p>
          <a:p>
            <a:pPr marL="285750" indent="-285750">
              <a:buFont typeface="Arial"/>
              <a:buChar char="•"/>
            </a:pPr>
            <a:r>
              <a:rPr lang="en-US" b="1" dirty="0">
                <a:ea typeface="+mn-lt"/>
                <a:cs typeface="+mn-lt"/>
              </a:rPr>
              <a:t>Dynamic Data Staging</a:t>
            </a:r>
            <a:r>
              <a:rPr lang="en-US" dirty="0">
                <a:ea typeface="+mn-lt"/>
                <a:cs typeface="+mn-lt"/>
              </a:rPr>
              <a:t>: Utilizes the </a:t>
            </a:r>
            <a:r>
              <a:rPr lang="en-US" b="1" dirty="0">
                <a:latin typeface="Consolas"/>
              </a:rPr>
              <a:t>q2024</a:t>
            </a:r>
            <a:r>
              <a:rPr lang="en-US" dirty="0">
                <a:ea typeface="+mn-lt"/>
                <a:cs typeface="+mn-lt"/>
              </a:rPr>
              <a:t> </a:t>
            </a:r>
            <a:r>
              <a:rPr lang="en-US" dirty="0" err="1">
                <a:ea typeface="+mn-lt"/>
                <a:cs typeface="+mn-lt"/>
              </a:rPr>
              <a:t>DataFrame</a:t>
            </a:r>
            <a:r>
              <a:rPr lang="en-US" dirty="0">
                <a:ea typeface="+mn-lt"/>
                <a:cs typeface="+mn-lt"/>
              </a:rPr>
              <a:t> to temporarily store and process JSON responses for immediate display.</a:t>
            </a:r>
            <a:endParaRPr lang="en-US" dirty="0"/>
          </a:p>
          <a:p>
            <a:pPr marL="285750" indent="-285750">
              <a:buFont typeface="Arial"/>
              <a:buChar char="•"/>
            </a:pPr>
            <a:r>
              <a:rPr lang="en-US" b="1">
                <a:ea typeface="+mn-lt"/>
                <a:cs typeface="+mn-lt"/>
              </a:rPr>
              <a:t>Multi-Format Analysis</a:t>
            </a:r>
            <a:r>
              <a:rPr lang="en-US">
                <a:ea typeface="+mn-lt"/>
                <a:cs typeface="+mn-lt"/>
              </a:rPr>
              <a:t>: Features interactive toggles to switch between </a:t>
            </a:r>
            <a:r>
              <a:rPr lang="en-US" b="1">
                <a:ea typeface="+mn-lt"/>
                <a:cs typeface="+mn-lt"/>
              </a:rPr>
              <a:t>Test, ODI, and T20I</a:t>
            </a:r>
            <a:r>
              <a:rPr lang="en-US">
                <a:ea typeface="+mn-lt"/>
                <a:cs typeface="+mn-lt"/>
              </a:rPr>
              <a:t> data for comprehensive performance reviews.</a:t>
            </a:r>
            <a:endParaRPr lang="en-US"/>
          </a:p>
          <a:p>
            <a:pPr marL="285750" indent="-285750">
              <a:buFont typeface="Arial"/>
              <a:buChar char="•"/>
            </a:pPr>
            <a:r>
              <a:rPr lang="en-US" b="1">
                <a:ea typeface="+mn-lt"/>
                <a:cs typeface="+mn-lt"/>
              </a:rPr>
              <a:t>Real-Time Interactivity</a:t>
            </a:r>
            <a:r>
              <a:rPr lang="en-US">
                <a:ea typeface="+mn-lt"/>
                <a:cs typeface="+mn-lt"/>
              </a:rPr>
              <a:t>: Enables instant sorting and searching of player metrics, such as batting averages and strike rates, without page reloads.</a:t>
            </a:r>
            <a:endParaRPr lang="en-US"/>
          </a:p>
          <a:p>
            <a:pPr marL="285750" indent="-285750">
              <a:buFont typeface="Arial"/>
              <a:buChar char="•"/>
            </a:pPr>
            <a:r>
              <a:rPr lang="en-US" b="1" dirty="0">
                <a:ea typeface="+mn-lt"/>
                <a:cs typeface="+mn-lt"/>
              </a:rPr>
              <a:t>Data Persistence Bridge</a:t>
            </a:r>
            <a:r>
              <a:rPr lang="en-US" dirty="0">
                <a:ea typeface="+mn-lt"/>
                <a:cs typeface="+mn-lt"/>
              </a:rPr>
              <a:t>: Acts as the primary interface for capturing live stats before they are committed to the </a:t>
            </a:r>
            <a:r>
              <a:rPr lang="en-US" b="1" dirty="0" err="1">
                <a:latin typeface="Consolas"/>
              </a:rPr>
              <a:t>cricbuzz</a:t>
            </a:r>
            <a:r>
              <a:rPr lang="en-US" dirty="0">
                <a:ea typeface="+mn-lt"/>
                <a:cs typeface="+mn-lt"/>
              </a:rPr>
              <a:t> database on the </a:t>
            </a:r>
            <a:r>
              <a:rPr lang="en-US" b="1" dirty="0">
                <a:ea typeface="+mn-lt"/>
                <a:cs typeface="+mn-lt"/>
              </a:rPr>
              <a:t>Deeps</a:t>
            </a:r>
            <a:r>
              <a:rPr lang="en-US" dirty="0">
                <a:ea typeface="+mn-lt"/>
                <a:cs typeface="+mn-lt"/>
              </a:rPr>
              <a:t> server.</a:t>
            </a:r>
            <a:endParaRPr lang="en-US" dirty="0"/>
          </a:p>
        </p:txBody>
      </p:sp>
    </p:spTree>
    <p:extLst>
      <p:ext uri="{BB962C8B-B14F-4D97-AF65-F5344CB8AC3E}">
        <p14:creationId xmlns:p14="http://schemas.microsoft.com/office/powerpoint/2010/main" val="25486532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A04D6A9-BCE7-6533-4DC3-345D2EB36E95}"/>
              </a:ext>
            </a:extLst>
          </p:cNvPr>
          <p:cNvSpPr>
            <a:spLocks noGrp="1"/>
          </p:cNvSpPr>
          <p:nvPr>
            <p:ph type="ftr" sz="quarter" idx="3"/>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EE1F9E6B-7F70-1DE7-FC2B-C4B0DBAF7343}"/>
              </a:ext>
            </a:extLst>
          </p:cNvPr>
          <p:cNvSpPr>
            <a:spLocks noGrp="1"/>
          </p:cNvSpPr>
          <p:nvPr>
            <p:ph type="sldNum" sz="quarter" idx="4"/>
          </p:nvPr>
        </p:nvSpPr>
        <p:spPr/>
        <p:txBody>
          <a:bodyPr/>
          <a:lstStyle/>
          <a:p>
            <a:fld id="{6D22F896-40B5-4ADD-8801-0D06FADFA095}" type="slidenum">
              <a:rPr lang="en-US" smtClean="0"/>
              <a:pPr/>
              <a:t>19</a:t>
            </a:fld>
            <a:endParaRPr lang="en-US" dirty="0"/>
          </a:p>
        </p:txBody>
      </p:sp>
    </p:spTree>
    <p:extLst>
      <p:ext uri="{BB962C8B-B14F-4D97-AF65-F5344CB8AC3E}">
        <p14:creationId xmlns:p14="http://schemas.microsoft.com/office/powerpoint/2010/main" val="740752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5DEA44D7-142E-0C0D-093D-C7C7CEA4039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8AAE77E-9857-86B1-4B7C-4F4A21FCDE27}"/>
              </a:ext>
            </a:extLst>
          </p:cNvPr>
          <p:cNvSpPr>
            <a:spLocks noGrp="1"/>
          </p:cNvSpPr>
          <p:nvPr>
            <p:ph type="ftr" sz="quarter" idx="3"/>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AF09B084-00C9-56EF-C964-A30571D3506B}"/>
              </a:ext>
            </a:extLst>
          </p:cNvPr>
          <p:cNvSpPr>
            <a:spLocks noGrp="1"/>
          </p:cNvSpPr>
          <p:nvPr>
            <p:ph type="sldNum" sz="quarter" idx="4"/>
          </p:nvPr>
        </p:nvSpPr>
        <p:spPr/>
        <p:txBody>
          <a:bodyPr/>
          <a:lstStyle/>
          <a:p>
            <a:fld id="{6D22F896-40B5-4ADD-8801-0D06FADFA095}" type="slidenum">
              <a:rPr lang="en-US" smtClean="0"/>
              <a:pPr/>
              <a:t>20</a:t>
            </a:fld>
            <a:endParaRPr lang="en-US" dirty="0"/>
          </a:p>
        </p:txBody>
      </p:sp>
    </p:spTree>
    <p:extLst>
      <p:ext uri="{BB962C8B-B14F-4D97-AF65-F5344CB8AC3E}">
        <p14:creationId xmlns:p14="http://schemas.microsoft.com/office/powerpoint/2010/main" val="9237636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089E0-8CF2-8BCC-4D67-557657AB27D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BD2F7CE-FB2C-10F3-8A91-B59438B9EE3A}"/>
              </a:ext>
            </a:extLst>
          </p:cNvPr>
          <p:cNvSpPr>
            <a:spLocks noGrp="1"/>
          </p:cNvSpPr>
          <p:nvPr>
            <p:ph type="title"/>
          </p:nvPr>
        </p:nvSpPr>
        <p:spPr>
          <a:xfrm>
            <a:off x="699372" y="536984"/>
            <a:ext cx="4987598" cy="888817"/>
          </a:xfrm>
        </p:spPr>
        <p:txBody>
          <a:bodyPr/>
          <a:lstStyle/>
          <a:p>
            <a:r>
              <a:rPr lang="en-US" sz="4000" b="1">
                <a:latin typeface="Aptos"/>
              </a:rPr>
              <a:t>SQL Analytics </a:t>
            </a:r>
            <a:endParaRPr lang="en-US" sz="4000"/>
          </a:p>
        </p:txBody>
      </p:sp>
      <p:sp>
        <p:nvSpPr>
          <p:cNvPr id="3" name="Slide Number Placeholder 2">
            <a:extLst>
              <a:ext uri="{FF2B5EF4-FFF2-40B4-BE49-F238E27FC236}">
                <a16:creationId xmlns:a16="http://schemas.microsoft.com/office/drawing/2014/main" id="{943DB907-1332-ABAB-8C00-90A1A2AB74AA}"/>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21</a:t>
            </a:fld>
            <a:endParaRPr lang="en-US" dirty="0"/>
          </a:p>
        </p:txBody>
      </p:sp>
      <p:sp>
        <p:nvSpPr>
          <p:cNvPr id="6" name="Content Placeholder 5">
            <a:extLst>
              <a:ext uri="{FF2B5EF4-FFF2-40B4-BE49-F238E27FC236}">
                <a16:creationId xmlns:a16="http://schemas.microsoft.com/office/drawing/2014/main" id="{CF927B70-A96C-922A-838C-D9CF0FAD5CB7}"/>
              </a:ext>
            </a:extLst>
          </p:cNvPr>
          <p:cNvSpPr>
            <a:spLocks noGrp="1"/>
          </p:cNvSpPr>
          <p:nvPr>
            <p:ph sz="quarter" idx="10"/>
          </p:nvPr>
        </p:nvSpPr>
        <p:spPr>
          <a:xfrm>
            <a:off x="696488" y="1428970"/>
            <a:ext cx="10436318" cy="5249622"/>
          </a:xfrm>
        </p:spPr>
        <p:txBody>
          <a:bodyPr vert="horz" lIns="0" tIns="0" rIns="91440" bIns="45720" rtlCol="0" anchor="t">
            <a:normAutofit/>
          </a:bodyPr>
          <a:lstStyle/>
          <a:p>
            <a:r>
              <a:rPr lang="en-US" b="1">
                <a:ea typeface="+mn-lt"/>
                <a:cs typeface="+mn-lt"/>
              </a:rPr>
              <a:t>Centralized Query Interface</a:t>
            </a:r>
            <a:r>
              <a:rPr lang="en-US">
                <a:ea typeface="+mn-lt"/>
                <a:cs typeface="+mn-lt"/>
              </a:rPr>
              <a:t>: A unified "on-screen" dashboard where all </a:t>
            </a:r>
            <a:r>
              <a:rPr lang="en-US" b="1">
                <a:ea typeface="+mn-lt"/>
                <a:cs typeface="+mn-lt"/>
              </a:rPr>
              <a:t>25 analytical questions</a:t>
            </a:r>
            <a:r>
              <a:rPr lang="en-US" dirty="0">
                <a:ea typeface="+mn-lt"/>
                <a:cs typeface="+mn-lt"/>
              </a:rPr>
              <a:t> </a:t>
            </a:r>
            <a:r>
              <a:rPr lang="en-US">
                <a:ea typeface="+mn-lt"/>
                <a:cs typeface="+mn-lt"/>
              </a:rPr>
              <a:t>are accessible via a single dynamic dropdown menu.</a:t>
            </a:r>
          </a:p>
          <a:p>
            <a:r>
              <a:rPr lang="en-US" b="1">
                <a:ea typeface="+mn-lt"/>
                <a:cs typeface="+mn-lt"/>
              </a:rPr>
              <a:t>Live Database Execution</a:t>
            </a:r>
            <a:r>
              <a:rPr lang="en-US">
                <a:ea typeface="+mn-lt"/>
                <a:cs typeface="+mn-lt"/>
              </a:rPr>
              <a:t>:</a:t>
            </a:r>
            <a:endParaRPr lang="en-US" dirty="0"/>
          </a:p>
          <a:p>
            <a:r>
              <a:rPr lang="en-US" dirty="0">
                <a:ea typeface="+mn-lt"/>
                <a:cs typeface="+mn-lt"/>
              </a:rPr>
              <a:t>Upon selection, the system triggers a targeted SQL query to the </a:t>
            </a:r>
            <a:r>
              <a:rPr lang="en-US" b="1" dirty="0" err="1">
                <a:latin typeface="Consolas"/>
              </a:rPr>
              <a:t>cricbuzz</a:t>
            </a:r>
            <a:r>
              <a:rPr lang="en-US" dirty="0">
                <a:ea typeface="+mn-lt"/>
                <a:cs typeface="+mn-lt"/>
              </a:rPr>
              <a:t> database on the </a:t>
            </a:r>
            <a:r>
              <a:rPr lang="en-US" b="1" dirty="0">
                <a:latin typeface="Consolas"/>
              </a:rPr>
              <a:t>Deeps</a:t>
            </a:r>
            <a:r>
              <a:rPr lang="en-US" dirty="0">
                <a:ea typeface="+mn-lt"/>
                <a:cs typeface="+mn-lt"/>
              </a:rPr>
              <a:t> server.</a:t>
            </a:r>
            <a:endParaRPr lang="en-US" dirty="0"/>
          </a:p>
          <a:p>
            <a:r>
              <a:rPr lang="en-US" dirty="0">
                <a:ea typeface="+mn-lt"/>
                <a:cs typeface="+mn-lt"/>
              </a:rPr>
              <a:t>Results are fetched and displayed instantly in the same view using </a:t>
            </a:r>
            <a:r>
              <a:rPr lang="en-US" b="1" dirty="0" err="1">
                <a:latin typeface="Consolas"/>
              </a:rPr>
              <a:t>st.dataframe</a:t>
            </a:r>
            <a:r>
              <a:rPr lang="en-US" dirty="0">
                <a:ea typeface="+mn-lt"/>
                <a:cs typeface="+mn-lt"/>
              </a:rPr>
              <a:t>, ensuring a seamless user experience.</a:t>
            </a:r>
            <a:endParaRPr lang="en-US" dirty="0"/>
          </a:p>
          <a:p>
            <a:r>
              <a:rPr lang="en-US" b="1">
                <a:ea typeface="+mn-lt"/>
                <a:cs typeface="+mn-lt"/>
              </a:rPr>
              <a:t>Analytical Diversity</a:t>
            </a:r>
            <a:r>
              <a:rPr lang="en-US">
                <a:ea typeface="+mn-lt"/>
                <a:cs typeface="+mn-lt"/>
              </a:rPr>
              <a:t>:</a:t>
            </a:r>
            <a:endParaRPr lang="en-US"/>
          </a:p>
          <a:p>
            <a:r>
              <a:rPr lang="en-US">
                <a:ea typeface="+mn-lt"/>
                <a:cs typeface="+mn-lt"/>
              </a:rPr>
              <a:t>Displays everything from foundational player filters (Q1) to advanced weighted ranking systems (Q21) and time-series trends (Q25).</a:t>
            </a:r>
            <a:endParaRPr lang="en-US"/>
          </a:p>
          <a:p>
            <a:endParaRPr lang="en-US" dirty="0"/>
          </a:p>
        </p:txBody>
      </p:sp>
    </p:spTree>
    <p:extLst>
      <p:ext uri="{BB962C8B-B14F-4D97-AF65-F5344CB8AC3E}">
        <p14:creationId xmlns:p14="http://schemas.microsoft.com/office/powerpoint/2010/main" val="16498698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6BEDE-D859-5F13-7A1A-874C0CD640D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B4780D6-C10E-56C4-F863-3FC0685E53D1}"/>
              </a:ext>
            </a:extLst>
          </p:cNvPr>
          <p:cNvSpPr>
            <a:spLocks noGrp="1"/>
          </p:cNvSpPr>
          <p:nvPr>
            <p:ph type="title"/>
          </p:nvPr>
        </p:nvSpPr>
        <p:spPr>
          <a:xfrm>
            <a:off x="699372" y="536984"/>
            <a:ext cx="4987598" cy="888817"/>
          </a:xfrm>
        </p:spPr>
        <p:txBody>
          <a:bodyPr/>
          <a:lstStyle/>
          <a:p>
            <a:r>
              <a:rPr lang="en-US" sz="4000" b="1">
                <a:latin typeface="Aptos"/>
              </a:rPr>
              <a:t>SQL Analytics </a:t>
            </a:r>
            <a:endParaRPr lang="en-US" sz="4000"/>
          </a:p>
        </p:txBody>
      </p:sp>
      <p:sp>
        <p:nvSpPr>
          <p:cNvPr id="3" name="Slide Number Placeholder 2">
            <a:extLst>
              <a:ext uri="{FF2B5EF4-FFF2-40B4-BE49-F238E27FC236}">
                <a16:creationId xmlns:a16="http://schemas.microsoft.com/office/drawing/2014/main" id="{C781D097-6152-446E-CCE4-11377A2E15BC}"/>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22</a:t>
            </a:fld>
            <a:endParaRPr lang="en-US" dirty="0"/>
          </a:p>
        </p:txBody>
      </p:sp>
      <p:sp>
        <p:nvSpPr>
          <p:cNvPr id="6" name="Content Placeholder 5">
            <a:extLst>
              <a:ext uri="{FF2B5EF4-FFF2-40B4-BE49-F238E27FC236}">
                <a16:creationId xmlns:a16="http://schemas.microsoft.com/office/drawing/2014/main" id="{FB4BF45A-97BC-7CBF-B83B-3E52A0B7799F}"/>
              </a:ext>
            </a:extLst>
          </p:cNvPr>
          <p:cNvSpPr>
            <a:spLocks noGrp="1"/>
          </p:cNvSpPr>
          <p:nvPr>
            <p:ph sz="quarter" idx="10"/>
          </p:nvPr>
        </p:nvSpPr>
        <p:spPr>
          <a:xfrm>
            <a:off x="696488" y="1428970"/>
            <a:ext cx="10436318" cy="5249622"/>
          </a:xfrm>
        </p:spPr>
        <p:txBody>
          <a:bodyPr vert="horz" lIns="0" tIns="0" rIns="91440" bIns="45720" rtlCol="0" anchor="t">
            <a:normAutofit/>
          </a:bodyPr>
          <a:lstStyle/>
          <a:p>
            <a:endParaRPr lang="en-US" dirty="0"/>
          </a:p>
          <a:p>
            <a:r>
              <a:rPr lang="en-US" b="1">
                <a:ea typeface="+mn-lt"/>
                <a:cs typeface="+mn-lt"/>
              </a:rPr>
              <a:t>Technical Integration</a:t>
            </a:r>
            <a:r>
              <a:rPr lang="en-US">
                <a:ea typeface="+mn-lt"/>
                <a:cs typeface="+mn-lt"/>
              </a:rPr>
              <a:t>:</a:t>
            </a:r>
            <a:endParaRPr lang="en-US"/>
          </a:p>
          <a:p>
            <a:r>
              <a:rPr lang="en-US" dirty="0">
                <a:ea typeface="+mn-lt"/>
                <a:cs typeface="+mn-lt"/>
              </a:rPr>
              <a:t>Built using </a:t>
            </a:r>
            <a:r>
              <a:rPr lang="en-US" b="1" dirty="0" err="1">
                <a:ea typeface="+mn-lt"/>
                <a:cs typeface="+mn-lt"/>
              </a:rPr>
              <a:t>SQLAlchemy</a:t>
            </a:r>
            <a:r>
              <a:rPr lang="en-US" dirty="0">
                <a:ea typeface="+mn-lt"/>
                <a:cs typeface="+mn-lt"/>
              </a:rPr>
              <a:t> to handle the connection between the user's selection and the database engine.</a:t>
            </a:r>
            <a:endParaRPr lang="en-US" dirty="0"/>
          </a:p>
          <a:p>
            <a:r>
              <a:rPr lang="en-US">
                <a:ea typeface="+mn-lt"/>
                <a:cs typeface="+mn-lt"/>
              </a:rPr>
              <a:t>Utilizes </a:t>
            </a:r>
            <a:r>
              <a:rPr lang="en-US" b="1">
                <a:ea typeface="+mn-lt"/>
                <a:cs typeface="+mn-lt"/>
              </a:rPr>
              <a:t>Pandas</a:t>
            </a:r>
            <a:r>
              <a:rPr lang="en-US">
                <a:ea typeface="+mn-lt"/>
                <a:cs typeface="+mn-lt"/>
              </a:rPr>
              <a:t> to bridge the gap between raw SQL result sets and the visual UI tables.</a:t>
            </a:r>
            <a:endParaRPr lang="en-US"/>
          </a:p>
          <a:p>
            <a:r>
              <a:rPr lang="en-US" b="1" dirty="0">
                <a:ea typeface="+mn-lt"/>
                <a:cs typeface="+mn-lt"/>
              </a:rPr>
              <a:t>Backend Staging</a:t>
            </a:r>
            <a:r>
              <a:rPr lang="en-US" dirty="0">
                <a:ea typeface="+mn-lt"/>
                <a:cs typeface="+mn-lt"/>
              </a:rPr>
              <a:t>: While the Live Stats use the </a:t>
            </a:r>
            <a:r>
              <a:rPr lang="en-US" dirty="0">
                <a:latin typeface="Consolas"/>
              </a:rPr>
              <a:t>q2024</a:t>
            </a:r>
            <a:r>
              <a:rPr lang="en-US" dirty="0">
                <a:ea typeface="+mn-lt"/>
                <a:cs typeface="+mn-lt"/>
              </a:rPr>
              <a:t> staging variable, this page demonstrates the power of persistent storage by analyzing data already committed to the database.</a:t>
            </a:r>
            <a:endParaRPr lang="en-US" dirty="0"/>
          </a:p>
          <a:p>
            <a:r>
              <a:rPr lang="en-US" b="1">
                <a:ea typeface="+mn-lt"/>
                <a:cs typeface="+mn-lt"/>
              </a:rPr>
              <a:t>Reliability</a:t>
            </a:r>
            <a:r>
              <a:rPr lang="en-US">
                <a:ea typeface="+mn-lt"/>
                <a:cs typeface="+mn-lt"/>
              </a:rPr>
              <a:t>: "This proves the stability of the connection to the </a:t>
            </a:r>
            <a:r>
              <a:rPr lang="en-US" b="1">
                <a:ea typeface="+mn-lt"/>
                <a:cs typeface="+mn-lt"/>
              </a:rPr>
              <a:t>Deeps</a:t>
            </a:r>
            <a:r>
              <a:rPr lang="en-US">
                <a:ea typeface="+mn-lt"/>
                <a:cs typeface="+mn-lt"/>
              </a:rPr>
              <a:t> server. We are fetching complex analytical results—like the partnership success rates from Question 24—in milliseconds."</a:t>
            </a:r>
            <a:endParaRPr lang="en-US" dirty="0">
              <a:ea typeface="+mn-lt"/>
              <a:cs typeface="+mn-lt"/>
            </a:endParaRPr>
          </a:p>
          <a:p>
            <a:endParaRPr lang="en-US" dirty="0"/>
          </a:p>
        </p:txBody>
      </p:sp>
    </p:spTree>
    <p:extLst>
      <p:ext uri="{BB962C8B-B14F-4D97-AF65-F5344CB8AC3E}">
        <p14:creationId xmlns:p14="http://schemas.microsoft.com/office/powerpoint/2010/main" val="25591569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A7DA9D-F9A0-352D-02B1-FA47D3FAB198}"/>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23</a:t>
            </a:fld>
            <a:endParaRPr lang="en-US" dirty="0"/>
          </a:p>
        </p:txBody>
      </p:sp>
    </p:spTree>
    <p:extLst>
      <p:ext uri="{BB962C8B-B14F-4D97-AF65-F5344CB8AC3E}">
        <p14:creationId xmlns:p14="http://schemas.microsoft.com/office/powerpoint/2010/main" val="24960318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5B1FD1A-CFFD-A191-FCB4-107E9B235559}"/>
              </a:ext>
            </a:extLst>
          </p:cNvPr>
          <p:cNvSpPr>
            <a:spLocks noGrp="1"/>
          </p:cNvSpPr>
          <p:nvPr>
            <p:ph type="ftr" sz="quarter" idx="3"/>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BB416EE6-56A3-99FB-D669-E4AD05732EA1}"/>
              </a:ext>
            </a:extLst>
          </p:cNvPr>
          <p:cNvSpPr>
            <a:spLocks noGrp="1"/>
          </p:cNvSpPr>
          <p:nvPr>
            <p:ph type="sldNum" sz="quarter" idx="4"/>
          </p:nvPr>
        </p:nvSpPr>
        <p:spPr/>
        <p:txBody>
          <a:bodyPr/>
          <a:lstStyle/>
          <a:p>
            <a:fld id="{6D22F896-40B5-4ADD-8801-0D06FADFA095}" type="slidenum">
              <a:rPr lang="en-US" smtClean="0"/>
              <a:pPr/>
              <a:t>24</a:t>
            </a:fld>
            <a:endParaRPr lang="en-US" dirty="0"/>
          </a:p>
        </p:txBody>
      </p:sp>
    </p:spTree>
    <p:extLst>
      <p:ext uri="{BB962C8B-B14F-4D97-AF65-F5344CB8AC3E}">
        <p14:creationId xmlns:p14="http://schemas.microsoft.com/office/powerpoint/2010/main" val="9679223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61CDE-BDF9-E01C-BEFF-5CFBA7A85FBE}"/>
              </a:ext>
            </a:extLst>
          </p:cNvPr>
          <p:cNvSpPr>
            <a:spLocks noGrp="1"/>
          </p:cNvSpPr>
          <p:nvPr>
            <p:ph type="title"/>
          </p:nvPr>
        </p:nvSpPr>
        <p:spPr/>
        <p:txBody>
          <a:bodyPr/>
          <a:lstStyle/>
          <a:p>
            <a:r>
              <a:rPr lang="en-US" b="1"/>
              <a:t>CRUD Operations</a:t>
            </a:r>
          </a:p>
        </p:txBody>
      </p:sp>
      <p:sp>
        <p:nvSpPr>
          <p:cNvPr id="4" name="Slide Number Placeholder 3">
            <a:extLst>
              <a:ext uri="{FF2B5EF4-FFF2-40B4-BE49-F238E27FC236}">
                <a16:creationId xmlns:a16="http://schemas.microsoft.com/office/drawing/2014/main" id="{68DCBD49-29A1-AF54-3AD4-80C6C7203D9B}"/>
              </a:ext>
            </a:extLst>
          </p:cNvPr>
          <p:cNvSpPr>
            <a:spLocks noGrp="1"/>
          </p:cNvSpPr>
          <p:nvPr>
            <p:ph type="sldNum" sz="quarter" idx="4"/>
          </p:nvPr>
        </p:nvSpPr>
        <p:spPr/>
        <p:txBody>
          <a:bodyPr/>
          <a:lstStyle/>
          <a:p>
            <a:fld id="{6D22F896-40B5-4ADD-8801-0D06FADFA095}" type="slidenum">
              <a:rPr lang="en-US" smtClean="0"/>
              <a:pPr/>
              <a:t>25</a:t>
            </a:fld>
            <a:endParaRPr lang="en-US" dirty="0"/>
          </a:p>
        </p:txBody>
      </p:sp>
      <p:sp>
        <p:nvSpPr>
          <p:cNvPr id="5" name="Content Placeholder 4">
            <a:extLst>
              <a:ext uri="{FF2B5EF4-FFF2-40B4-BE49-F238E27FC236}">
                <a16:creationId xmlns:a16="http://schemas.microsoft.com/office/drawing/2014/main" id="{523631DE-68D8-9681-B106-EC3295CAEC20}"/>
              </a:ext>
            </a:extLst>
          </p:cNvPr>
          <p:cNvSpPr>
            <a:spLocks noGrp="1"/>
          </p:cNvSpPr>
          <p:nvPr>
            <p:ph sz="quarter" idx="10"/>
          </p:nvPr>
        </p:nvSpPr>
        <p:spPr>
          <a:xfrm>
            <a:off x="694700" y="1719319"/>
            <a:ext cx="10811021" cy="4235311"/>
          </a:xfrm>
        </p:spPr>
        <p:txBody>
          <a:bodyPr vert="horz" lIns="91440" tIns="45720" rIns="91440" bIns="45720" rtlCol="0" anchor="t">
            <a:normAutofit/>
          </a:bodyPr>
          <a:lstStyle/>
          <a:p>
            <a:pPr>
              <a:lnSpc>
                <a:spcPct val="150000"/>
              </a:lnSpc>
            </a:pPr>
            <a:r>
              <a:rPr lang="en-US" b="1">
                <a:ea typeface="+mn-lt"/>
                <a:cs typeface="+mn-lt"/>
              </a:rPr>
              <a:t>Administrative Data Management</a:t>
            </a:r>
            <a:r>
              <a:rPr lang="en-US">
                <a:ea typeface="+mn-lt"/>
                <a:cs typeface="+mn-lt"/>
              </a:rPr>
              <a:t>: Provides a dedicated interface for full </a:t>
            </a:r>
            <a:r>
              <a:rPr lang="en-US" b="1">
                <a:ea typeface="+mn-lt"/>
                <a:cs typeface="+mn-lt"/>
              </a:rPr>
              <a:t>Create, Read, Update, and Delete</a:t>
            </a:r>
            <a:r>
              <a:rPr lang="en-US" dirty="0">
                <a:ea typeface="+mn-lt"/>
                <a:cs typeface="+mn-lt"/>
              </a:rPr>
              <a:t> </a:t>
            </a:r>
            <a:r>
              <a:rPr lang="en-US">
                <a:ea typeface="+mn-lt"/>
                <a:cs typeface="+mn-lt"/>
              </a:rPr>
              <a:t>control over the project database.</a:t>
            </a:r>
            <a:endParaRPr lang="en-US"/>
          </a:p>
          <a:p>
            <a:pPr>
              <a:lnSpc>
                <a:spcPct val="150000"/>
              </a:lnSpc>
            </a:pPr>
            <a:r>
              <a:rPr lang="en-US" b="1" dirty="0">
                <a:ea typeface="+mn-lt"/>
                <a:cs typeface="+mn-lt"/>
              </a:rPr>
              <a:t>Direct Database Interaction</a:t>
            </a:r>
            <a:r>
              <a:rPr lang="en-US" dirty="0">
                <a:ea typeface="+mn-lt"/>
                <a:cs typeface="+mn-lt"/>
              </a:rPr>
              <a:t>: Facilitates real-time modifications to the </a:t>
            </a:r>
            <a:r>
              <a:rPr lang="en-US" b="1" dirty="0" err="1">
                <a:latin typeface="Consolas"/>
              </a:rPr>
              <a:t>cricbuzz</a:t>
            </a:r>
            <a:r>
              <a:rPr lang="en-US" dirty="0">
                <a:ea typeface="+mn-lt"/>
                <a:cs typeface="+mn-lt"/>
              </a:rPr>
              <a:t> database hosted on the </a:t>
            </a:r>
            <a:r>
              <a:rPr lang="en-US" b="1" dirty="0">
                <a:latin typeface="Consolas"/>
              </a:rPr>
              <a:t>Deeps</a:t>
            </a:r>
            <a:r>
              <a:rPr lang="en-US" dirty="0">
                <a:ea typeface="+mn-lt"/>
                <a:cs typeface="+mn-lt"/>
              </a:rPr>
              <a:t> server.</a:t>
            </a:r>
            <a:endParaRPr lang="en-US" dirty="0"/>
          </a:p>
          <a:p>
            <a:pPr>
              <a:lnSpc>
                <a:spcPct val="150000"/>
              </a:lnSpc>
            </a:pPr>
            <a:r>
              <a:rPr lang="en-US" b="1">
                <a:ea typeface="+mn-lt"/>
                <a:cs typeface="+mn-lt"/>
              </a:rPr>
              <a:t>Streamlined Player Records</a:t>
            </a:r>
            <a:r>
              <a:rPr lang="en-US">
                <a:ea typeface="+mn-lt"/>
                <a:cs typeface="+mn-lt"/>
              </a:rPr>
              <a:t>: Allows for the manual addition of new player profiles or the updating of existing statistics that may not be available via live API feeds.</a:t>
            </a:r>
            <a:endParaRPr lang="en-US"/>
          </a:p>
          <a:p>
            <a:pPr>
              <a:lnSpc>
                <a:spcPct val="150000"/>
              </a:lnSpc>
            </a:pPr>
            <a:r>
              <a:rPr lang="en-US" b="1" dirty="0">
                <a:ea typeface="+mn-lt"/>
                <a:cs typeface="+mn-lt"/>
              </a:rPr>
              <a:t>User-Friendly UI Design</a:t>
            </a:r>
            <a:r>
              <a:rPr lang="en-US" dirty="0">
                <a:ea typeface="+mn-lt"/>
                <a:cs typeface="+mn-lt"/>
              </a:rPr>
              <a:t>: Built with </a:t>
            </a:r>
            <a:r>
              <a:rPr lang="en-US" dirty="0" err="1">
                <a:ea typeface="+mn-lt"/>
                <a:cs typeface="+mn-lt"/>
              </a:rPr>
              <a:t>Streamlit</a:t>
            </a:r>
            <a:r>
              <a:rPr lang="en-US" dirty="0">
                <a:ea typeface="+mn-lt"/>
                <a:cs typeface="+mn-lt"/>
              </a:rPr>
              <a:t> forms and buttons, making complex database manipulations accessible without writing raw SQL code during the demo.</a:t>
            </a:r>
            <a:endParaRPr lang="en-US" dirty="0"/>
          </a:p>
          <a:p>
            <a:pPr>
              <a:lnSpc>
                <a:spcPct val="150000"/>
              </a:lnSpc>
            </a:pPr>
            <a:endParaRPr lang="en-US" dirty="0"/>
          </a:p>
        </p:txBody>
      </p:sp>
    </p:spTree>
    <p:extLst>
      <p:ext uri="{BB962C8B-B14F-4D97-AF65-F5344CB8AC3E}">
        <p14:creationId xmlns:p14="http://schemas.microsoft.com/office/powerpoint/2010/main" val="3681964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849C6A0-3703-A2A1-F7C3-BA4284728673}"/>
              </a:ext>
            </a:extLst>
          </p:cNvPr>
          <p:cNvSpPr>
            <a:spLocks noGrp="1"/>
          </p:cNvSpPr>
          <p:nvPr>
            <p:ph type="ftr" sz="quarter" idx="3"/>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719681B1-3C51-C2E1-DDE0-ECC0D2DC5DEB}"/>
              </a:ext>
            </a:extLst>
          </p:cNvPr>
          <p:cNvSpPr>
            <a:spLocks noGrp="1"/>
          </p:cNvSpPr>
          <p:nvPr>
            <p:ph type="sldNum" sz="quarter" idx="4"/>
          </p:nvPr>
        </p:nvSpPr>
        <p:spPr/>
        <p:txBody>
          <a:bodyPr/>
          <a:lstStyle/>
          <a:p>
            <a:fld id="{6D22F896-40B5-4ADD-8801-0D06FADFA095}" type="slidenum">
              <a:rPr lang="en-US" smtClean="0"/>
              <a:pPr/>
              <a:t>26</a:t>
            </a:fld>
            <a:endParaRPr lang="en-US" dirty="0"/>
          </a:p>
        </p:txBody>
      </p:sp>
    </p:spTree>
    <p:extLst>
      <p:ext uri="{BB962C8B-B14F-4D97-AF65-F5344CB8AC3E}">
        <p14:creationId xmlns:p14="http://schemas.microsoft.com/office/powerpoint/2010/main" val="581588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55E8AC7-147B-6812-F19B-F241456BF895}"/>
              </a:ext>
            </a:extLst>
          </p:cNvPr>
          <p:cNvSpPr>
            <a:spLocks noGrp="1"/>
          </p:cNvSpPr>
          <p:nvPr>
            <p:ph type="title"/>
          </p:nvPr>
        </p:nvSpPr>
        <p:spPr>
          <a:xfrm>
            <a:off x="5408762" y="914400"/>
            <a:ext cx="5870448" cy="5029200"/>
          </a:xfrm>
        </p:spPr>
        <p:txBody>
          <a:bodyPr/>
          <a:lstStyle/>
          <a:p>
            <a:r>
              <a:rPr lang="en-US">
                <a:ea typeface="+mj-lt"/>
                <a:cs typeface="+mj-lt"/>
              </a:rPr>
              <a:t>Project Pages Overview</a:t>
            </a:r>
            <a:endParaRPr lang="en-US"/>
          </a:p>
        </p:txBody>
      </p:sp>
      <p:pic>
        <p:nvPicPr>
          <p:cNvPr id="13" name="Picture Placeholder 12" descr="Isometric Person on a ladder and person carrying something">
            <a:extLst>
              <a:ext uri="{FF2B5EF4-FFF2-40B4-BE49-F238E27FC236}">
                <a16:creationId xmlns:a16="http://schemas.microsoft.com/office/drawing/2014/main" id="{3C8DCAD3-808F-8E47-FE3C-9ADDD954BA4F}"/>
              </a:ext>
            </a:extLst>
          </p:cNvPr>
          <p:cNvPicPr>
            <a:picLocks noGrp="1" noChangeAspect="1"/>
          </p:cNvPicPr>
          <p:nvPr>
            <p:ph type="pic" sz="quarter" idx="11"/>
          </p:nvPr>
        </p:nvPicPr>
        <p:blipFill>
          <a:blip r:embed="rId3">
            <a:extLst>
              <a:ext uri="{96DAC541-7B7A-43D3-8B79-37D633B846F1}">
                <asvg:svgBlip xmlns:asvg="http://schemas.microsoft.com/office/drawing/2016/SVG/main" r:embed="rId4"/>
              </a:ext>
            </a:extLst>
          </a:blip>
          <a:srcRect l="4" r="4"/>
          <a:stretch/>
        </p:blipFill>
        <p:spPr>
          <a:xfrm>
            <a:off x="0" y="0"/>
            <a:ext cx="4943475" cy="6858000"/>
          </a:xfrm>
        </p:spPr>
      </p:pic>
    </p:spTree>
    <p:extLst>
      <p:ext uri="{BB962C8B-B14F-4D97-AF65-F5344CB8AC3E}">
        <p14:creationId xmlns:p14="http://schemas.microsoft.com/office/powerpoint/2010/main" val="10191162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819D38-2C1B-0638-41FF-4A0634BC7285}"/>
              </a:ext>
            </a:extLst>
          </p:cNvPr>
          <p:cNvSpPr>
            <a:spLocks noGrp="1"/>
          </p:cNvSpPr>
          <p:nvPr>
            <p:ph type="title"/>
          </p:nvPr>
        </p:nvSpPr>
        <p:spPr>
          <a:xfrm>
            <a:off x="699372" y="536983"/>
            <a:ext cx="4987598" cy="1806163"/>
          </a:xfrm>
        </p:spPr>
        <p:txBody>
          <a:bodyPr/>
          <a:lstStyle/>
          <a:p>
            <a:r>
              <a:rPr lang="en-US">
                <a:ea typeface="+mj-lt"/>
                <a:cs typeface="+mj-lt"/>
              </a:rPr>
              <a:t>Project Pages Overview</a:t>
            </a:r>
          </a:p>
        </p:txBody>
      </p:sp>
      <p:sp>
        <p:nvSpPr>
          <p:cNvPr id="3" name="Slide Number Placeholder 2">
            <a:extLst>
              <a:ext uri="{FF2B5EF4-FFF2-40B4-BE49-F238E27FC236}">
                <a16:creationId xmlns:a16="http://schemas.microsoft.com/office/drawing/2014/main" id="{E943B1A8-29AB-231C-F7F3-64BE7C0D517D}"/>
              </a:ext>
            </a:extLst>
          </p:cNvPr>
          <p:cNvSpPr>
            <a:spLocks noGrp="1"/>
          </p:cNvSpPr>
          <p:nvPr>
            <p:ph type="sldNum" sz="quarter" idx="4"/>
          </p:nvPr>
        </p:nvSpPr>
        <p:spPr>
          <a:xfrm>
            <a:off x="11142921" y="155448"/>
            <a:ext cx="348039" cy="471672"/>
          </a:xfrm>
        </p:spPr>
        <p:txBody>
          <a:bodyPr/>
          <a:lstStyle/>
          <a:p>
            <a:fld id="{6D22F896-40B5-4ADD-8801-0D06FADFA095}" type="slidenum">
              <a:rPr lang="en-US" smtClean="0"/>
              <a:pPr/>
              <a:t>28</a:t>
            </a:fld>
            <a:endParaRPr lang="en-US" dirty="0"/>
          </a:p>
        </p:txBody>
      </p:sp>
      <p:sp>
        <p:nvSpPr>
          <p:cNvPr id="5" name="Content Placeholder 4">
            <a:extLst>
              <a:ext uri="{FF2B5EF4-FFF2-40B4-BE49-F238E27FC236}">
                <a16:creationId xmlns:a16="http://schemas.microsoft.com/office/drawing/2014/main" id="{41BC1D82-139C-82AC-55F4-E3E89012CDF0}"/>
              </a:ext>
            </a:extLst>
          </p:cNvPr>
          <p:cNvSpPr>
            <a:spLocks noGrp="1"/>
          </p:cNvSpPr>
          <p:nvPr>
            <p:ph sz="quarter" idx="10"/>
          </p:nvPr>
        </p:nvSpPr>
        <p:spPr>
          <a:xfrm>
            <a:off x="703472" y="1946551"/>
            <a:ext cx="11113201" cy="4790722"/>
          </a:xfrm>
        </p:spPr>
        <p:txBody>
          <a:bodyPr vert="horz" lIns="91440" tIns="45720" rIns="91440" bIns="45720" rtlCol="0" anchor="t">
            <a:normAutofit/>
          </a:bodyPr>
          <a:lstStyle/>
          <a:p>
            <a:pPr marL="511810" indent="-511810">
              <a:lnSpc>
                <a:spcPct val="150000"/>
              </a:lnSpc>
            </a:pPr>
            <a:r>
              <a:rPr lang="en-US" b="1" dirty="0">
                <a:ea typeface="+mn-lt"/>
                <a:cs typeface="+mn-lt"/>
              </a:rPr>
              <a:t>Live Match Dashboard</a:t>
            </a:r>
            <a:r>
              <a:rPr lang="en-US" dirty="0">
                <a:ea typeface="+mn-lt"/>
                <a:cs typeface="+mn-lt"/>
              </a:rPr>
              <a:t>: Integrates real-time data from the </a:t>
            </a:r>
            <a:r>
              <a:rPr lang="en-US" b="1" dirty="0" err="1">
                <a:ea typeface="+mn-lt"/>
                <a:cs typeface="+mn-lt"/>
              </a:rPr>
              <a:t>Cricbuzz</a:t>
            </a:r>
            <a:r>
              <a:rPr lang="en-US" b="1" dirty="0">
                <a:ea typeface="+mn-lt"/>
                <a:cs typeface="+mn-lt"/>
              </a:rPr>
              <a:t> API</a:t>
            </a:r>
            <a:r>
              <a:rPr lang="en-US" dirty="0">
                <a:ea typeface="+mn-lt"/>
                <a:cs typeface="+mn-lt"/>
              </a:rPr>
              <a:t> into the </a:t>
            </a:r>
            <a:r>
              <a:rPr lang="en-US">
                <a:ea typeface="+mn-lt"/>
                <a:cs typeface="+mn-lt"/>
              </a:rPr>
              <a:t>staging area for instant score updates and match tracking.</a:t>
            </a:r>
            <a:endParaRPr lang="en-US"/>
          </a:p>
          <a:p>
            <a:pPr marL="511810" indent="-511810">
              <a:lnSpc>
                <a:spcPct val="150000"/>
              </a:lnSpc>
            </a:pPr>
            <a:r>
              <a:rPr lang="en-US" b="1">
                <a:ea typeface="+mn-lt"/>
                <a:cs typeface="+mn-lt"/>
              </a:rPr>
              <a:t>Player Statistics Hub</a:t>
            </a:r>
            <a:r>
              <a:rPr lang="en-US">
                <a:ea typeface="+mn-lt"/>
                <a:cs typeface="+mn-lt"/>
              </a:rPr>
              <a:t>: Provides dynamic, format-specific career metrics (Test, ODI, T20I) with high-speed sorting and searching capabilities.</a:t>
            </a:r>
          </a:p>
          <a:p>
            <a:pPr marL="511810" indent="-511810">
              <a:lnSpc>
                <a:spcPct val="150000"/>
              </a:lnSpc>
            </a:pPr>
            <a:r>
              <a:rPr lang="en-US" b="1" dirty="0">
                <a:ea typeface="+mn-lt"/>
                <a:cs typeface="+mn-lt"/>
              </a:rPr>
              <a:t>SQL Analytics Engine</a:t>
            </a:r>
            <a:r>
              <a:rPr lang="en-US" dirty="0">
                <a:ea typeface="+mn-lt"/>
                <a:cs typeface="+mn-lt"/>
              </a:rPr>
              <a:t>: Executes </a:t>
            </a:r>
            <a:r>
              <a:rPr lang="en-US" b="1" dirty="0">
                <a:ea typeface="+mn-lt"/>
                <a:cs typeface="+mn-lt"/>
              </a:rPr>
              <a:t>25 complex queries</a:t>
            </a:r>
            <a:r>
              <a:rPr lang="en-US" dirty="0">
                <a:ea typeface="+mn-lt"/>
                <a:cs typeface="+mn-lt"/>
              </a:rPr>
              <a:t> on the </a:t>
            </a:r>
            <a:r>
              <a:rPr lang="en-US" b="1" dirty="0" err="1">
                <a:latin typeface="Consolas"/>
              </a:rPr>
              <a:t>cricbuzz</a:t>
            </a:r>
            <a:r>
              <a:rPr lang="en-US" dirty="0">
                <a:ea typeface="+mn-lt"/>
                <a:cs typeface="+mn-lt"/>
              </a:rPr>
              <a:t> database (Server: </a:t>
            </a:r>
            <a:r>
              <a:rPr lang="en-US" b="1" dirty="0">
                <a:ea typeface="+mn-lt"/>
                <a:cs typeface="+mn-lt"/>
              </a:rPr>
              <a:t>Deeps</a:t>
            </a:r>
            <a:r>
              <a:rPr lang="en-US" dirty="0">
                <a:ea typeface="+mn-lt"/>
                <a:cs typeface="+mn-lt"/>
              </a:rPr>
              <a:t>) via a single-screen, interactive dropdown interface.</a:t>
            </a:r>
          </a:p>
          <a:p>
            <a:pPr marL="511810" indent="-511810">
              <a:lnSpc>
                <a:spcPct val="150000"/>
              </a:lnSpc>
            </a:pPr>
            <a:r>
              <a:rPr lang="en-US" b="1">
                <a:ea typeface="+mn-lt"/>
                <a:cs typeface="+mn-lt"/>
              </a:rPr>
              <a:t>Administrative CRUD Page</a:t>
            </a:r>
            <a:r>
              <a:rPr lang="en-US">
                <a:ea typeface="+mn-lt"/>
                <a:cs typeface="+mn-lt"/>
              </a:rPr>
              <a:t>: Enables direct data management on the SQL server to ensure data integrity, allowing for manual entry updates and record maintenance.</a:t>
            </a:r>
          </a:p>
          <a:p>
            <a:pPr marL="511810" indent="-511810">
              <a:lnSpc>
                <a:spcPct val="150000"/>
              </a:lnSpc>
            </a:pPr>
            <a:endParaRPr lang="en-US" dirty="0"/>
          </a:p>
        </p:txBody>
      </p:sp>
    </p:spTree>
    <p:extLst>
      <p:ext uri="{BB962C8B-B14F-4D97-AF65-F5344CB8AC3E}">
        <p14:creationId xmlns:p14="http://schemas.microsoft.com/office/powerpoint/2010/main" val="3245909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47C8F-9C78-8509-A3A3-F349BD6DE38A}"/>
              </a:ext>
            </a:extLst>
          </p:cNvPr>
          <p:cNvSpPr>
            <a:spLocks noGrp="1"/>
          </p:cNvSpPr>
          <p:nvPr>
            <p:ph type="title"/>
          </p:nvPr>
        </p:nvSpPr>
        <p:spPr>
          <a:xfrm>
            <a:off x="914400" y="914400"/>
            <a:ext cx="10360152" cy="3657600"/>
          </a:xfrm>
        </p:spPr>
        <p:txBody>
          <a:bodyPr/>
          <a:lstStyle/>
          <a:p>
            <a:r>
              <a:rPr lang="en-US" dirty="0"/>
              <a:t>Thank </a:t>
            </a:r>
            <a:br>
              <a:rPr lang="en-US" dirty="0"/>
            </a:br>
            <a:r>
              <a:rPr lang="en-US" dirty="0"/>
              <a:t>you</a:t>
            </a:r>
          </a:p>
        </p:txBody>
      </p:sp>
    </p:spTree>
    <p:extLst>
      <p:ext uri="{BB962C8B-B14F-4D97-AF65-F5344CB8AC3E}">
        <p14:creationId xmlns:p14="http://schemas.microsoft.com/office/powerpoint/2010/main" val="30854720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theme/theme1.xml><?xml version="1.0" encoding="utf-8"?>
<a:theme xmlns:a="http://schemas.openxmlformats.org/drawingml/2006/main" name="Berlin">
  <a:themeElements>
    <a:clrScheme name="TM11161285">
      <a:dk1>
        <a:srgbClr val="000000"/>
      </a:dk1>
      <a:lt1>
        <a:srgbClr val="FFFFFF"/>
      </a:lt1>
      <a:dk2>
        <a:srgbClr val="445469"/>
      </a:dk2>
      <a:lt2>
        <a:srgbClr val="E7E6E6"/>
      </a:lt2>
      <a:accent1>
        <a:srgbClr val="F0829B"/>
      </a:accent1>
      <a:accent2>
        <a:srgbClr val="F83249"/>
      </a:accent2>
      <a:accent3>
        <a:srgbClr val="F6BF0E"/>
      </a:accent3>
      <a:accent4>
        <a:srgbClr val="F3EEF2"/>
      </a:accent4>
      <a:accent5>
        <a:srgbClr val="2C46FB"/>
      </a:accent5>
      <a:accent6>
        <a:srgbClr val="FE9201"/>
      </a:accent6>
      <a:hlink>
        <a:srgbClr val="FFD53E"/>
      </a:hlink>
      <a:folHlink>
        <a:srgbClr val="FCC77E"/>
      </a:folHlink>
    </a:clrScheme>
    <a:fontScheme name="Century">
      <a:majorFont>
        <a:latin typeface="Century Gothic"/>
        <a:ea typeface=""/>
        <a:cs typeface=""/>
      </a:majorFont>
      <a:minorFont>
        <a:latin typeface="Century Gothic"/>
        <a:ea typeface=""/>
        <a:cs typeface=""/>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TM11161285_Win32_SL_V8" id="{D1701C6D-ECCE-4AB4-AA49-48BAB1CE7003}" vid="{37F9E7E9-DDFF-4744-91DC-21DD4845CB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7C9B6E4-47D3-464E-8364-AD7B35DA4B5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2B0F9548-B8AC-4D42-9765-A5CD9A25F531}">
  <ds:schemaRefs>
    <ds:schemaRef ds:uri="http://schemas.microsoft.com/sharepoint/v3/contenttype/forms"/>
  </ds:schemaRefs>
</ds:datastoreItem>
</file>

<file path=customXml/itemProps3.xml><?xml version="1.0" encoding="utf-8"?>
<ds:datastoreItem xmlns:ds="http://schemas.openxmlformats.org/officeDocument/2006/customXml" ds:itemID="{78C71B42-4016-428B-9745-27057802D0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1549</Words>
  <Application>Microsoft Office PowerPoint</Application>
  <PresentationFormat>Widescreen</PresentationFormat>
  <Paragraphs>194</Paragraphs>
  <Slides>29</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Arial</vt:lpstr>
      <vt:lpstr>Calibri</vt:lpstr>
      <vt:lpstr>Century Gothic</vt:lpstr>
      <vt:lpstr>Consolas</vt:lpstr>
      <vt:lpstr>Berlin</vt:lpstr>
      <vt:lpstr>Cricbuzz LiveStats </vt:lpstr>
      <vt:lpstr>Problem Statement</vt:lpstr>
      <vt:lpstr>Problem Statement</vt:lpstr>
      <vt:lpstr>Problem Flow</vt:lpstr>
      <vt:lpstr>Technical Architecture</vt:lpstr>
      <vt:lpstr>Database Design &amp; Schema</vt:lpstr>
      <vt:lpstr>SQL Analytics – Level 1: Foundational Insights</vt:lpstr>
      <vt:lpstr>Level 1: Foundational Insights</vt:lpstr>
      <vt:lpstr>Level 2: Performance Metrics</vt:lpstr>
      <vt:lpstr>Level 2: Performance Metrics</vt:lpstr>
      <vt:lpstr>Level 3: Advanced Modeling</vt:lpstr>
      <vt:lpstr>Level 3: Advanced Modeling</vt:lpstr>
      <vt:lpstr>Technical Implementation</vt:lpstr>
      <vt:lpstr>Front-end implementaion</vt:lpstr>
      <vt:lpstr>Stream lit</vt:lpstr>
      <vt:lpstr>Live Match Page </vt:lpstr>
      <vt:lpstr>Live match score card</vt:lpstr>
      <vt:lpstr>Player stats</vt:lpstr>
      <vt:lpstr>PowerPoint Presentation</vt:lpstr>
      <vt:lpstr>PowerPoint Presentation</vt:lpstr>
      <vt:lpstr>SQL Analytics </vt:lpstr>
      <vt:lpstr>SQL Analytics </vt:lpstr>
      <vt:lpstr>PowerPoint Presentation</vt:lpstr>
      <vt:lpstr>PowerPoint Presentation</vt:lpstr>
      <vt:lpstr>CRUD Operations</vt:lpstr>
      <vt:lpstr>PowerPoint Presentation</vt:lpstr>
      <vt:lpstr>Project Pages Overview</vt:lpstr>
      <vt:lpstr>Project Pages Overview</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Deepika  Sunilkumar</cp:lastModifiedBy>
  <cp:revision>369</cp:revision>
  <dcterms:created xsi:type="dcterms:W3CDTF">2026-03-14T09:18:24Z</dcterms:created>
  <dcterms:modified xsi:type="dcterms:W3CDTF">2026-03-14T11:02:22Z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