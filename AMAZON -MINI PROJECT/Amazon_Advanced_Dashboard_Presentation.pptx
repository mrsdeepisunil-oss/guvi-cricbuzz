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70" r:id="rId9"/>
    <p:sldId id="272" r:id="rId10"/>
    <p:sldId id="273" r:id="rId11"/>
    <p:sldId id="274" r:id="rId12"/>
    <p:sldId id="262" r:id="rId13"/>
    <p:sldId id="263" r:id="rId14"/>
    <p:sldId id="275" r:id="rId15"/>
    <p:sldId id="264" r:id="rId16"/>
    <p:sldId id="276" r:id="rId17"/>
    <p:sldId id="278" r:id="rId18"/>
    <p:sldId id="277" r:id="rId19"/>
    <p:sldId id="279" r:id="rId20"/>
    <p:sldId id="280" r:id="rId21"/>
    <p:sldId id="265" r:id="rId22"/>
    <p:sldId id="281" r:id="rId23"/>
    <p:sldId id="266" r:id="rId24"/>
    <p:sldId id="283" r:id="rId25"/>
    <p:sldId id="282" r:id="rId26"/>
    <p:sldId id="284" r:id="rId27"/>
    <p:sldId id="285" r:id="rId28"/>
    <p:sldId id="267" r:id="rId29"/>
    <p:sldId id="268" r:id="rId30"/>
    <p:sldId id="269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EC8559-FDA9-40B1-ABFB-3F2C1D87416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753050C-A26A-4259-8980-CB685A5AAFD8}">
      <dgm:prSet/>
      <dgm:spPr/>
      <dgm:t>
        <a:bodyPr/>
        <a:lstStyle/>
        <a:p>
          <a:r>
            <a:rPr lang="en-US"/>
            <a:t>transactions (fact table)</a:t>
          </a:r>
        </a:p>
      </dgm:t>
    </dgm:pt>
    <dgm:pt modelId="{2FB4B95E-9B10-49AC-B192-DC3A64CB330A}" type="parTrans" cxnId="{B4E9CD43-7539-4034-9975-E22AC36EAB51}">
      <dgm:prSet/>
      <dgm:spPr/>
      <dgm:t>
        <a:bodyPr/>
        <a:lstStyle/>
        <a:p>
          <a:endParaRPr lang="en-US"/>
        </a:p>
      </dgm:t>
    </dgm:pt>
    <dgm:pt modelId="{E40BFA32-741A-4555-B79B-9F7A0FD661DC}" type="sibTrans" cxnId="{B4E9CD43-7539-4034-9975-E22AC36EAB51}">
      <dgm:prSet/>
      <dgm:spPr/>
      <dgm:t>
        <a:bodyPr/>
        <a:lstStyle/>
        <a:p>
          <a:endParaRPr lang="en-US"/>
        </a:p>
      </dgm:t>
    </dgm:pt>
    <dgm:pt modelId="{D5F31706-5AA0-4D9C-BA4B-8C78D613E318}">
      <dgm:prSet/>
      <dgm:spPr/>
      <dgm:t>
        <a:bodyPr/>
        <a:lstStyle/>
        <a:p>
          <a:r>
            <a:rPr lang="en-US"/>
            <a:t>maintable(merge all the data in one table)</a:t>
          </a:r>
        </a:p>
      </dgm:t>
    </dgm:pt>
    <dgm:pt modelId="{603C4CD9-DA0A-4BB1-B83A-ADC537CB38C1}" type="parTrans" cxnId="{65B80FB4-3416-4904-A790-D70F3AB13C6A}">
      <dgm:prSet/>
      <dgm:spPr/>
      <dgm:t>
        <a:bodyPr/>
        <a:lstStyle/>
        <a:p>
          <a:endParaRPr lang="en-US"/>
        </a:p>
      </dgm:t>
    </dgm:pt>
    <dgm:pt modelId="{FDEC0A2E-3CC1-494A-9332-DC4E02471C20}" type="sibTrans" cxnId="{65B80FB4-3416-4904-A790-D70F3AB13C6A}">
      <dgm:prSet/>
      <dgm:spPr/>
      <dgm:t>
        <a:bodyPr/>
        <a:lstStyle/>
        <a:p>
          <a:endParaRPr lang="en-US"/>
        </a:p>
      </dgm:t>
    </dgm:pt>
    <dgm:pt modelId="{FB1831FF-C42F-47D3-A3EA-DC5B97C6B480}">
      <dgm:prSet/>
      <dgm:spPr/>
      <dgm:t>
        <a:bodyPr/>
        <a:lstStyle/>
        <a:p>
          <a:r>
            <a:rPr lang="en-US"/>
            <a:t>customers (dimension)</a:t>
          </a:r>
        </a:p>
      </dgm:t>
    </dgm:pt>
    <dgm:pt modelId="{3DCE07C2-9AD0-4FE6-AE52-379B15DE1E38}" type="parTrans" cxnId="{E9862673-4A92-4DE4-B90E-6E79AC6FE293}">
      <dgm:prSet/>
      <dgm:spPr/>
      <dgm:t>
        <a:bodyPr/>
        <a:lstStyle/>
        <a:p>
          <a:endParaRPr lang="en-US"/>
        </a:p>
      </dgm:t>
    </dgm:pt>
    <dgm:pt modelId="{F91EDB62-AFE4-4BA5-8271-92FD84D9D30C}" type="sibTrans" cxnId="{E9862673-4A92-4DE4-B90E-6E79AC6FE293}">
      <dgm:prSet/>
      <dgm:spPr/>
      <dgm:t>
        <a:bodyPr/>
        <a:lstStyle/>
        <a:p>
          <a:endParaRPr lang="en-US"/>
        </a:p>
      </dgm:t>
    </dgm:pt>
    <dgm:pt modelId="{341F4372-D9A0-4091-BC9F-1ACBA3ADF748}">
      <dgm:prSet/>
      <dgm:spPr/>
      <dgm:t>
        <a:bodyPr/>
        <a:lstStyle/>
        <a:p>
          <a:r>
            <a:rPr lang="en-US"/>
            <a:t>products (dimension)</a:t>
          </a:r>
        </a:p>
      </dgm:t>
    </dgm:pt>
    <dgm:pt modelId="{65A94F58-5716-47E2-AD3E-0A4AB852C5D2}" type="parTrans" cxnId="{48A8AA77-2A90-486A-8A22-1D231AF52C1F}">
      <dgm:prSet/>
      <dgm:spPr/>
      <dgm:t>
        <a:bodyPr/>
        <a:lstStyle/>
        <a:p>
          <a:endParaRPr lang="en-US"/>
        </a:p>
      </dgm:t>
    </dgm:pt>
    <dgm:pt modelId="{A87B3038-E322-491C-A183-9C384CAD8AF6}" type="sibTrans" cxnId="{48A8AA77-2A90-486A-8A22-1D231AF52C1F}">
      <dgm:prSet/>
      <dgm:spPr/>
      <dgm:t>
        <a:bodyPr/>
        <a:lstStyle/>
        <a:p>
          <a:endParaRPr lang="en-US"/>
        </a:p>
      </dgm:t>
    </dgm:pt>
    <dgm:pt modelId="{3A4C5E4D-4A4B-4657-89C4-ECD4354620E5}">
      <dgm:prSet/>
      <dgm:spPr/>
      <dgm:t>
        <a:bodyPr/>
        <a:lstStyle/>
        <a:p>
          <a:r>
            <a:rPr lang="en-US"/>
            <a:t>time_dimension (date analytics)</a:t>
          </a:r>
        </a:p>
      </dgm:t>
    </dgm:pt>
    <dgm:pt modelId="{3A7DF914-C460-4652-A357-A157DAB7910E}" type="parTrans" cxnId="{7416D5E4-F11B-4709-8C15-FF75970DB1FA}">
      <dgm:prSet/>
      <dgm:spPr/>
      <dgm:t>
        <a:bodyPr/>
        <a:lstStyle/>
        <a:p>
          <a:endParaRPr lang="en-US"/>
        </a:p>
      </dgm:t>
    </dgm:pt>
    <dgm:pt modelId="{8D14166B-3F51-44CE-A73A-8D02DD06FB1A}" type="sibTrans" cxnId="{7416D5E4-F11B-4709-8C15-FF75970DB1FA}">
      <dgm:prSet/>
      <dgm:spPr/>
      <dgm:t>
        <a:bodyPr/>
        <a:lstStyle/>
        <a:p>
          <a:endParaRPr lang="en-US"/>
        </a:p>
      </dgm:t>
    </dgm:pt>
    <dgm:pt modelId="{7D611BAA-BCA8-45F6-B207-52BAD422254B}">
      <dgm:prSet/>
      <dgm:spPr/>
      <dgm:t>
        <a:bodyPr/>
        <a:lstStyle/>
        <a:p>
          <a:r>
            <a:rPr lang="en-US"/>
            <a:t>Optimized with indexing</a:t>
          </a:r>
        </a:p>
      </dgm:t>
    </dgm:pt>
    <dgm:pt modelId="{F031E489-0A2E-4E10-AD9E-CB7F786BEF19}" type="parTrans" cxnId="{D009B436-F868-49A8-A303-95A77A51D342}">
      <dgm:prSet/>
      <dgm:spPr/>
      <dgm:t>
        <a:bodyPr/>
        <a:lstStyle/>
        <a:p>
          <a:endParaRPr lang="en-US"/>
        </a:p>
      </dgm:t>
    </dgm:pt>
    <dgm:pt modelId="{15D420A4-6ADA-4138-98E5-0BF21B78296C}" type="sibTrans" cxnId="{D009B436-F868-49A8-A303-95A77A51D342}">
      <dgm:prSet/>
      <dgm:spPr/>
      <dgm:t>
        <a:bodyPr/>
        <a:lstStyle/>
        <a:p>
          <a:endParaRPr lang="en-US"/>
        </a:p>
      </dgm:t>
    </dgm:pt>
    <dgm:pt modelId="{1FEFA9C8-B012-4099-B00E-95339D14B026}" type="pres">
      <dgm:prSet presAssocID="{A5EC8559-FDA9-40B1-ABFB-3F2C1D87416B}" presName="root" presStyleCnt="0">
        <dgm:presLayoutVars>
          <dgm:dir/>
          <dgm:resizeHandles val="exact"/>
        </dgm:presLayoutVars>
      </dgm:prSet>
      <dgm:spPr/>
    </dgm:pt>
    <dgm:pt modelId="{3231A2AF-47A8-4251-BD77-C0556A08D089}" type="pres">
      <dgm:prSet presAssocID="{3753050C-A26A-4259-8980-CB685A5AAFD8}" presName="compNode" presStyleCnt="0"/>
      <dgm:spPr/>
    </dgm:pt>
    <dgm:pt modelId="{F4B333A8-5A7C-4726-9776-BC1117E19709}" type="pres">
      <dgm:prSet presAssocID="{3753050C-A26A-4259-8980-CB685A5AAFD8}" presName="bgRect" presStyleLbl="bgShp" presStyleIdx="0" presStyleCnt="6"/>
      <dgm:spPr/>
    </dgm:pt>
    <dgm:pt modelId="{A25DDFBC-8B52-49B6-BBF9-C4F4A47D46EA}" type="pres">
      <dgm:prSet presAssocID="{3753050C-A26A-4259-8980-CB685A5AAFD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F775199F-B28E-424B-9F78-5E29C9000511}" type="pres">
      <dgm:prSet presAssocID="{3753050C-A26A-4259-8980-CB685A5AAFD8}" presName="spaceRect" presStyleCnt="0"/>
      <dgm:spPr/>
    </dgm:pt>
    <dgm:pt modelId="{B2388A24-2863-466A-A5EF-3C133C489A82}" type="pres">
      <dgm:prSet presAssocID="{3753050C-A26A-4259-8980-CB685A5AAFD8}" presName="parTx" presStyleLbl="revTx" presStyleIdx="0" presStyleCnt="6">
        <dgm:presLayoutVars>
          <dgm:chMax val="0"/>
          <dgm:chPref val="0"/>
        </dgm:presLayoutVars>
      </dgm:prSet>
      <dgm:spPr/>
    </dgm:pt>
    <dgm:pt modelId="{D5DFCA77-730C-4A89-8264-93CEF260F36F}" type="pres">
      <dgm:prSet presAssocID="{E40BFA32-741A-4555-B79B-9F7A0FD661DC}" presName="sibTrans" presStyleCnt="0"/>
      <dgm:spPr/>
    </dgm:pt>
    <dgm:pt modelId="{023E45A0-F630-44B8-8C66-1392AC8E53B0}" type="pres">
      <dgm:prSet presAssocID="{D5F31706-5AA0-4D9C-BA4B-8C78D613E318}" presName="compNode" presStyleCnt="0"/>
      <dgm:spPr/>
    </dgm:pt>
    <dgm:pt modelId="{49BF740E-6AC9-4C42-8845-B005271736F1}" type="pres">
      <dgm:prSet presAssocID="{D5F31706-5AA0-4D9C-BA4B-8C78D613E318}" presName="bgRect" presStyleLbl="bgShp" presStyleIdx="1" presStyleCnt="6"/>
      <dgm:spPr/>
    </dgm:pt>
    <dgm:pt modelId="{142C845D-16B1-472C-93FB-181BC77A2F12}" type="pres">
      <dgm:prSet presAssocID="{D5F31706-5AA0-4D9C-BA4B-8C78D613E31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0E3394F-2895-426A-9FE7-C1B166A87656}" type="pres">
      <dgm:prSet presAssocID="{D5F31706-5AA0-4D9C-BA4B-8C78D613E318}" presName="spaceRect" presStyleCnt="0"/>
      <dgm:spPr/>
    </dgm:pt>
    <dgm:pt modelId="{697AF44A-104A-462A-8E28-277A7DFB852B}" type="pres">
      <dgm:prSet presAssocID="{D5F31706-5AA0-4D9C-BA4B-8C78D613E318}" presName="parTx" presStyleLbl="revTx" presStyleIdx="1" presStyleCnt="6">
        <dgm:presLayoutVars>
          <dgm:chMax val="0"/>
          <dgm:chPref val="0"/>
        </dgm:presLayoutVars>
      </dgm:prSet>
      <dgm:spPr/>
    </dgm:pt>
    <dgm:pt modelId="{3155E496-7E66-4714-94A5-2509D1E5ADBB}" type="pres">
      <dgm:prSet presAssocID="{FDEC0A2E-3CC1-494A-9332-DC4E02471C20}" presName="sibTrans" presStyleCnt="0"/>
      <dgm:spPr/>
    </dgm:pt>
    <dgm:pt modelId="{CF1C66F7-03ED-4609-9152-7B0CE1F2A6FA}" type="pres">
      <dgm:prSet presAssocID="{FB1831FF-C42F-47D3-A3EA-DC5B97C6B480}" presName="compNode" presStyleCnt="0"/>
      <dgm:spPr/>
    </dgm:pt>
    <dgm:pt modelId="{AD1E38FF-693E-423F-BC4A-EDF426AB962F}" type="pres">
      <dgm:prSet presAssocID="{FB1831FF-C42F-47D3-A3EA-DC5B97C6B480}" presName="bgRect" presStyleLbl="bgShp" presStyleIdx="2" presStyleCnt="6"/>
      <dgm:spPr/>
    </dgm:pt>
    <dgm:pt modelId="{7526F7FF-404C-4B7E-B982-2633A8ACCDFE}" type="pres">
      <dgm:prSet presAssocID="{FB1831FF-C42F-47D3-A3EA-DC5B97C6B48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54C889B6-8CB9-4E36-A11E-3290B5712707}" type="pres">
      <dgm:prSet presAssocID="{FB1831FF-C42F-47D3-A3EA-DC5B97C6B480}" presName="spaceRect" presStyleCnt="0"/>
      <dgm:spPr/>
    </dgm:pt>
    <dgm:pt modelId="{C121D3F2-9413-4F65-AD5C-EBDF32570462}" type="pres">
      <dgm:prSet presAssocID="{FB1831FF-C42F-47D3-A3EA-DC5B97C6B480}" presName="parTx" presStyleLbl="revTx" presStyleIdx="2" presStyleCnt="6">
        <dgm:presLayoutVars>
          <dgm:chMax val="0"/>
          <dgm:chPref val="0"/>
        </dgm:presLayoutVars>
      </dgm:prSet>
      <dgm:spPr/>
    </dgm:pt>
    <dgm:pt modelId="{4A2F93A6-193E-41EF-B74A-56DA756CD0BE}" type="pres">
      <dgm:prSet presAssocID="{F91EDB62-AFE4-4BA5-8271-92FD84D9D30C}" presName="sibTrans" presStyleCnt="0"/>
      <dgm:spPr/>
    </dgm:pt>
    <dgm:pt modelId="{CD0B202B-2690-4CC5-86C3-9F33BDDDE0C0}" type="pres">
      <dgm:prSet presAssocID="{341F4372-D9A0-4091-BC9F-1ACBA3ADF748}" presName="compNode" presStyleCnt="0"/>
      <dgm:spPr/>
    </dgm:pt>
    <dgm:pt modelId="{AA5C5495-AEFB-4331-A176-17A5A7032544}" type="pres">
      <dgm:prSet presAssocID="{341F4372-D9A0-4091-BC9F-1ACBA3ADF748}" presName="bgRect" presStyleLbl="bgShp" presStyleIdx="3" presStyleCnt="6"/>
      <dgm:spPr/>
    </dgm:pt>
    <dgm:pt modelId="{97DA43BC-0E6C-4162-A059-DA1122652ACE}" type="pres">
      <dgm:prSet presAssocID="{341F4372-D9A0-4091-BC9F-1ACBA3ADF74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FE2ACAFA-CDDE-47AE-82BE-1B49564CA964}" type="pres">
      <dgm:prSet presAssocID="{341F4372-D9A0-4091-BC9F-1ACBA3ADF748}" presName="spaceRect" presStyleCnt="0"/>
      <dgm:spPr/>
    </dgm:pt>
    <dgm:pt modelId="{38F1B518-A79E-4597-A2B6-DFD0DF22771D}" type="pres">
      <dgm:prSet presAssocID="{341F4372-D9A0-4091-BC9F-1ACBA3ADF748}" presName="parTx" presStyleLbl="revTx" presStyleIdx="3" presStyleCnt="6">
        <dgm:presLayoutVars>
          <dgm:chMax val="0"/>
          <dgm:chPref val="0"/>
        </dgm:presLayoutVars>
      </dgm:prSet>
      <dgm:spPr/>
    </dgm:pt>
    <dgm:pt modelId="{B14A2A41-FAAF-4630-9797-C5758392215E}" type="pres">
      <dgm:prSet presAssocID="{A87B3038-E322-491C-A183-9C384CAD8AF6}" presName="sibTrans" presStyleCnt="0"/>
      <dgm:spPr/>
    </dgm:pt>
    <dgm:pt modelId="{AFDD8FD1-CDF1-4DF8-8D4E-8AEF530E4020}" type="pres">
      <dgm:prSet presAssocID="{3A4C5E4D-4A4B-4657-89C4-ECD4354620E5}" presName="compNode" presStyleCnt="0"/>
      <dgm:spPr/>
    </dgm:pt>
    <dgm:pt modelId="{D63636C8-38A0-42A8-B4A1-B4FFE28CDCDF}" type="pres">
      <dgm:prSet presAssocID="{3A4C5E4D-4A4B-4657-89C4-ECD4354620E5}" presName="bgRect" presStyleLbl="bgShp" presStyleIdx="4" presStyleCnt="6"/>
      <dgm:spPr/>
    </dgm:pt>
    <dgm:pt modelId="{8A1A624B-B888-422E-95FC-4F3F69EB7E3A}" type="pres">
      <dgm:prSet presAssocID="{3A4C5E4D-4A4B-4657-89C4-ECD4354620E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D734CDA4-C64B-4D63-A5A0-7EA99FE126B5}" type="pres">
      <dgm:prSet presAssocID="{3A4C5E4D-4A4B-4657-89C4-ECD4354620E5}" presName="spaceRect" presStyleCnt="0"/>
      <dgm:spPr/>
    </dgm:pt>
    <dgm:pt modelId="{D5E28892-63B1-47A4-9EC5-A4C34ACE28ED}" type="pres">
      <dgm:prSet presAssocID="{3A4C5E4D-4A4B-4657-89C4-ECD4354620E5}" presName="parTx" presStyleLbl="revTx" presStyleIdx="4" presStyleCnt="6">
        <dgm:presLayoutVars>
          <dgm:chMax val="0"/>
          <dgm:chPref val="0"/>
        </dgm:presLayoutVars>
      </dgm:prSet>
      <dgm:spPr/>
    </dgm:pt>
    <dgm:pt modelId="{6AF59B37-2600-4380-AEEC-3CD029E4172A}" type="pres">
      <dgm:prSet presAssocID="{8D14166B-3F51-44CE-A73A-8D02DD06FB1A}" presName="sibTrans" presStyleCnt="0"/>
      <dgm:spPr/>
    </dgm:pt>
    <dgm:pt modelId="{C80999AE-70C2-4927-B580-692BEE8F5808}" type="pres">
      <dgm:prSet presAssocID="{7D611BAA-BCA8-45F6-B207-52BAD422254B}" presName="compNode" presStyleCnt="0"/>
      <dgm:spPr/>
    </dgm:pt>
    <dgm:pt modelId="{CFC65DA5-E5C8-42CB-9257-D14DB74F9E9B}" type="pres">
      <dgm:prSet presAssocID="{7D611BAA-BCA8-45F6-B207-52BAD422254B}" presName="bgRect" presStyleLbl="bgShp" presStyleIdx="5" presStyleCnt="6"/>
      <dgm:spPr/>
    </dgm:pt>
    <dgm:pt modelId="{1A4CFDDA-2894-4C51-8986-BBD96D5F4B43}" type="pres">
      <dgm:prSet presAssocID="{7D611BAA-BCA8-45F6-B207-52BAD422254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D6A9EC2-73E2-4887-99CE-3AAC1B3D44CF}" type="pres">
      <dgm:prSet presAssocID="{7D611BAA-BCA8-45F6-B207-52BAD422254B}" presName="spaceRect" presStyleCnt="0"/>
      <dgm:spPr/>
    </dgm:pt>
    <dgm:pt modelId="{24B38D48-2AB6-4C4D-90CF-772F9448D96A}" type="pres">
      <dgm:prSet presAssocID="{7D611BAA-BCA8-45F6-B207-52BAD422254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4C94E20-D9B3-4B8A-AEBF-6478E38596E4}" type="presOf" srcId="{D5F31706-5AA0-4D9C-BA4B-8C78D613E318}" destId="{697AF44A-104A-462A-8E28-277A7DFB852B}" srcOrd="0" destOrd="0" presId="urn:microsoft.com/office/officeart/2018/2/layout/IconVerticalSolidList"/>
    <dgm:cxn modelId="{B1CDA226-766E-49A3-AA5F-94EB20A1B247}" type="presOf" srcId="{FB1831FF-C42F-47D3-A3EA-DC5B97C6B480}" destId="{C121D3F2-9413-4F65-AD5C-EBDF32570462}" srcOrd="0" destOrd="0" presId="urn:microsoft.com/office/officeart/2018/2/layout/IconVerticalSolidList"/>
    <dgm:cxn modelId="{D009B436-F868-49A8-A303-95A77A51D342}" srcId="{A5EC8559-FDA9-40B1-ABFB-3F2C1D87416B}" destId="{7D611BAA-BCA8-45F6-B207-52BAD422254B}" srcOrd="5" destOrd="0" parTransId="{F031E489-0A2E-4E10-AD9E-CB7F786BEF19}" sibTransId="{15D420A4-6ADA-4138-98E5-0BF21B78296C}"/>
    <dgm:cxn modelId="{55A83F5C-76A9-49F0-890F-19AF5E7F5621}" type="presOf" srcId="{A5EC8559-FDA9-40B1-ABFB-3F2C1D87416B}" destId="{1FEFA9C8-B012-4099-B00E-95339D14B026}" srcOrd="0" destOrd="0" presId="urn:microsoft.com/office/officeart/2018/2/layout/IconVerticalSolidList"/>
    <dgm:cxn modelId="{B4E9CD43-7539-4034-9975-E22AC36EAB51}" srcId="{A5EC8559-FDA9-40B1-ABFB-3F2C1D87416B}" destId="{3753050C-A26A-4259-8980-CB685A5AAFD8}" srcOrd="0" destOrd="0" parTransId="{2FB4B95E-9B10-49AC-B192-DC3A64CB330A}" sibTransId="{E40BFA32-741A-4555-B79B-9F7A0FD661DC}"/>
    <dgm:cxn modelId="{BCC60F4E-DD2C-4A5F-A85C-1E2D03005728}" type="presOf" srcId="{3753050C-A26A-4259-8980-CB685A5AAFD8}" destId="{B2388A24-2863-466A-A5EF-3C133C489A82}" srcOrd="0" destOrd="0" presId="urn:microsoft.com/office/officeart/2018/2/layout/IconVerticalSolidList"/>
    <dgm:cxn modelId="{E9862673-4A92-4DE4-B90E-6E79AC6FE293}" srcId="{A5EC8559-FDA9-40B1-ABFB-3F2C1D87416B}" destId="{FB1831FF-C42F-47D3-A3EA-DC5B97C6B480}" srcOrd="2" destOrd="0" parTransId="{3DCE07C2-9AD0-4FE6-AE52-379B15DE1E38}" sibTransId="{F91EDB62-AFE4-4BA5-8271-92FD84D9D30C}"/>
    <dgm:cxn modelId="{48A8AA77-2A90-486A-8A22-1D231AF52C1F}" srcId="{A5EC8559-FDA9-40B1-ABFB-3F2C1D87416B}" destId="{341F4372-D9A0-4091-BC9F-1ACBA3ADF748}" srcOrd="3" destOrd="0" parTransId="{65A94F58-5716-47E2-AD3E-0A4AB852C5D2}" sibTransId="{A87B3038-E322-491C-A183-9C384CAD8AF6}"/>
    <dgm:cxn modelId="{65B80FB4-3416-4904-A790-D70F3AB13C6A}" srcId="{A5EC8559-FDA9-40B1-ABFB-3F2C1D87416B}" destId="{D5F31706-5AA0-4D9C-BA4B-8C78D613E318}" srcOrd="1" destOrd="0" parTransId="{603C4CD9-DA0A-4BB1-B83A-ADC537CB38C1}" sibTransId="{FDEC0A2E-3CC1-494A-9332-DC4E02471C20}"/>
    <dgm:cxn modelId="{7416D5E4-F11B-4709-8C15-FF75970DB1FA}" srcId="{A5EC8559-FDA9-40B1-ABFB-3F2C1D87416B}" destId="{3A4C5E4D-4A4B-4657-89C4-ECD4354620E5}" srcOrd="4" destOrd="0" parTransId="{3A7DF914-C460-4652-A357-A157DAB7910E}" sibTransId="{8D14166B-3F51-44CE-A73A-8D02DD06FB1A}"/>
    <dgm:cxn modelId="{4125A6E5-F302-4C47-9939-06E65293E6E1}" type="presOf" srcId="{3A4C5E4D-4A4B-4657-89C4-ECD4354620E5}" destId="{D5E28892-63B1-47A4-9EC5-A4C34ACE28ED}" srcOrd="0" destOrd="0" presId="urn:microsoft.com/office/officeart/2018/2/layout/IconVerticalSolidList"/>
    <dgm:cxn modelId="{A1E34AE9-9F0E-4F09-A17C-7BD8D0944EC2}" type="presOf" srcId="{7D611BAA-BCA8-45F6-B207-52BAD422254B}" destId="{24B38D48-2AB6-4C4D-90CF-772F9448D96A}" srcOrd="0" destOrd="0" presId="urn:microsoft.com/office/officeart/2018/2/layout/IconVerticalSolidList"/>
    <dgm:cxn modelId="{9DD8DFFB-F817-4346-9730-8D65AFCF7C78}" type="presOf" srcId="{341F4372-D9A0-4091-BC9F-1ACBA3ADF748}" destId="{38F1B518-A79E-4597-A2B6-DFD0DF22771D}" srcOrd="0" destOrd="0" presId="urn:microsoft.com/office/officeart/2018/2/layout/IconVerticalSolidList"/>
    <dgm:cxn modelId="{38DDA427-DE70-4145-AA3E-58600ACE5527}" type="presParOf" srcId="{1FEFA9C8-B012-4099-B00E-95339D14B026}" destId="{3231A2AF-47A8-4251-BD77-C0556A08D089}" srcOrd="0" destOrd="0" presId="urn:microsoft.com/office/officeart/2018/2/layout/IconVerticalSolidList"/>
    <dgm:cxn modelId="{3F753DD4-5DA3-4C49-B8EB-BCB2E14FCDAE}" type="presParOf" srcId="{3231A2AF-47A8-4251-BD77-C0556A08D089}" destId="{F4B333A8-5A7C-4726-9776-BC1117E19709}" srcOrd="0" destOrd="0" presId="urn:microsoft.com/office/officeart/2018/2/layout/IconVerticalSolidList"/>
    <dgm:cxn modelId="{7A1AD8D8-BA31-48F3-BBE1-AAF9A9EA109B}" type="presParOf" srcId="{3231A2AF-47A8-4251-BD77-C0556A08D089}" destId="{A25DDFBC-8B52-49B6-BBF9-C4F4A47D46EA}" srcOrd="1" destOrd="0" presId="urn:microsoft.com/office/officeart/2018/2/layout/IconVerticalSolidList"/>
    <dgm:cxn modelId="{B7091C56-3803-4B36-B37C-E4F7ADECD778}" type="presParOf" srcId="{3231A2AF-47A8-4251-BD77-C0556A08D089}" destId="{F775199F-B28E-424B-9F78-5E29C9000511}" srcOrd="2" destOrd="0" presId="urn:microsoft.com/office/officeart/2018/2/layout/IconVerticalSolidList"/>
    <dgm:cxn modelId="{782E8261-5EC4-405C-BD00-E6271ECBD7AC}" type="presParOf" srcId="{3231A2AF-47A8-4251-BD77-C0556A08D089}" destId="{B2388A24-2863-466A-A5EF-3C133C489A82}" srcOrd="3" destOrd="0" presId="urn:microsoft.com/office/officeart/2018/2/layout/IconVerticalSolidList"/>
    <dgm:cxn modelId="{85BE5B97-6996-44CA-A9C8-CCB282917EA7}" type="presParOf" srcId="{1FEFA9C8-B012-4099-B00E-95339D14B026}" destId="{D5DFCA77-730C-4A89-8264-93CEF260F36F}" srcOrd="1" destOrd="0" presId="urn:microsoft.com/office/officeart/2018/2/layout/IconVerticalSolidList"/>
    <dgm:cxn modelId="{DA14C781-ADA9-42A0-BD7A-ED18ECAD95B4}" type="presParOf" srcId="{1FEFA9C8-B012-4099-B00E-95339D14B026}" destId="{023E45A0-F630-44B8-8C66-1392AC8E53B0}" srcOrd="2" destOrd="0" presId="urn:microsoft.com/office/officeart/2018/2/layout/IconVerticalSolidList"/>
    <dgm:cxn modelId="{A1F5394B-6DBA-44E2-A1E7-113BC7C29A41}" type="presParOf" srcId="{023E45A0-F630-44B8-8C66-1392AC8E53B0}" destId="{49BF740E-6AC9-4C42-8845-B005271736F1}" srcOrd="0" destOrd="0" presId="urn:microsoft.com/office/officeart/2018/2/layout/IconVerticalSolidList"/>
    <dgm:cxn modelId="{FCA078C3-5A84-4296-B177-0C6906400350}" type="presParOf" srcId="{023E45A0-F630-44B8-8C66-1392AC8E53B0}" destId="{142C845D-16B1-472C-93FB-181BC77A2F12}" srcOrd="1" destOrd="0" presId="urn:microsoft.com/office/officeart/2018/2/layout/IconVerticalSolidList"/>
    <dgm:cxn modelId="{AD8CBF1C-3FA6-468C-9454-2999B196FA3B}" type="presParOf" srcId="{023E45A0-F630-44B8-8C66-1392AC8E53B0}" destId="{00E3394F-2895-426A-9FE7-C1B166A87656}" srcOrd="2" destOrd="0" presId="urn:microsoft.com/office/officeart/2018/2/layout/IconVerticalSolidList"/>
    <dgm:cxn modelId="{EE18B718-CB84-4154-AB98-33B9E9AE2815}" type="presParOf" srcId="{023E45A0-F630-44B8-8C66-1392AC8E53B0}" destId="{697AF44A-104A-462A-8E28-277A7DFB852B}" srcOrd="3" destOrd="0" presId="urn:microsoft.com/office/officeart/2018/2/layout/IconVerticalSolidList"/>
    <dgm:cxn modelId="{4308FB22-B94C-47FD-B90B-F2039F9B7A62}" type="presParOf" srcId="{1FEFA9C8-B012-4099-B00E-95339D14B026}" destId="{3155E496-7E66-4714-94A5-2509D1E5ADBB}" srcOrd="3" destOrd="0" presId="urn:microsoft.com/office/officeart/2018/2/layout/IconVerticalSolidList"/>
    <dgm:cxn modelId="{55BB0BD2-68FC-41FE-9F92-80C1D3AA9E63}" type="presParOf" srcId="{1FEFA9C8-B012-4099-B00E-95339D14B026}" destId="{CF1C66F7-03ED-4609-9152-7B0CE1F2A6FA}" srcOrd="4" destOrd="0" presId="urn:microsoft.com/office/officeart/2018/2/layout/IconVerticalSolidList"/>
    <dgm:cxn modelId="{46A6BE2A-3514-49B2-B790-EF0681D370A2}" type="presParOf" srcId="{CF1C66F7-03ED-4609-9152-7B0CE1F2A6FA}" destId="{AD1E38FF-693E-423F-BC4A-EDF426AB962F}" srcOrd="0" destOrd="0" presId="urn:microsoft.com/office/officeart/2018/2/layout/IconVerticalSolidList"/>
    <dgm:cxn modelId="{2F589AAB-BE90-46DB-A7BD-E9545D61E3CC}" type="presParOf" srcId="{CF1C66F7-03ED-4609-9152-7B0CE1F2A6FA}" destId="{7526F7FF-404C-4B7E-B982-2633A8ACCDFE}" srcOrd="1" destOrd="0" presId="urn:microsoft.com/office/officeart/2018/2/layout/IconVerticalSolidList"/>
    <dgm:cxn modelId="{A9F6DC72-75D1-41F1-99F7-ACDED59BCACA}" type="presParOf" srcId="{CF1C66F7-03ED-4609-9152-7B0CE1F2A6FA}" destId="{54C889B6-8CB9-4E36-A11E-3290B5712707}" srcOrd="2" destOrd="0" presId="urn:microsoft.com/office/officeart/2018/2/layout/IconVerticalSolidList"/>
    <dgm:cxn modelId="{B0E78E9F-EF89-47A0-AC89-7BD58E567103}" type="presParOf" srcId="{CF1C66F7-03ED-4609-9152-7B0CE1F2A6FA}" destId="{C121D3F2-9413-4F65-AD5C-EBDF32570462}" srcOrd="3" destOrd="0" presId="urn:microsoft.com/office/officeart/2018/2/layout/IconVerticalSolidList"/>
    <dgm:cxn modelId="{EDDFC6BC-9D53-4A3C-83AF-EB76651F0975}" type="presParOf" srcId="{1FEFA9C8-B012-4099-B00E-95339D14B026}" destId="{4A2F93A6-193E-41EF-B74A-56DA756CD0BE}" srcOrd="5" destOrd="0" presId="urn:microsoft.com/office/officeart/2018/2/layout/IconVerticalSolidList"/>
    <dgm:cxn modelId="{D86E4082-1789-407A-9BAB-94545706BEFD}" type="presParOf" srcId="{1FEFA9C8-B012-4099-B00E-95339D14B026}" destId="{CD0B202B-2690-4CC5-86C3-9F33BDDDE0C0}" srcOrd="6" destOrd="0" presId="urn:microsoft.com/office/officeart/2018/2/layout/IconVerticalSolidList"/>
    <dgm:cxn modelId="{5063FCA4-6919-4D67-B9C0-D7927C13A724}" type="presParOf" srcId="{CD0B202B-2690-4CC5-86C3-9F33BDDDE0C0}" destId="{AA5C5495-AEFB-4331-A176-17A5A7032544}" srcOrd="0" destOrd="0" presId="urn:microsoft.com/office/officeart/2018/2/layout/IconVerticalSolidList"/>
    <dgm:cxn modelId="{3E0B3517-3694-4F66-9E11-303E67C55DE4}" type="presParOf" srcId="{CD0B202B-2690-4CC5-86C3-9F33BDDDE0C0}" destId="{97DA43BC-0E6C-4162-A059-DA1122652ACE}" srcOrd="1" destOrd="0" presId="urn:microsoft.com/office/officeart/2018/2/layout/IconVerticalSolidList"/>
    <dgm:cxn modelId="{DA80932D-1D24-47C4-82F4-E557BD9B62B1}" type="presParOf" srcId="{CD0B202B-2690-4CC5-86C3-9F33BDDDE0C0}" destId="{FE2ACAFA-CDDE-47AE-82BE-1B49564CA964}" srcOrd="2" destOrd="0" presId="urn:microsoft.com/office/officeart/2018/2/layout/IconVerticalSolidList"/>
    <dgm:cxn modelId="{DFE67095-4F2C-45D1-BCD2-6AC26A100BD6}" type="presParOf" srcId="{CD0B202B-2690-4CC5-86C3-9F33BDDDE0C0}" destId="{38F1B518-A79E-4597-A2B6-DFD0DF22771D}" srcOrd="3" destOrd="0" presId="urn:microsoft.com/office/officeart/2018/2/layout/IconVerticalSolidList"/>
    <dgm:cxn modelId="{63BC6600-8AF8-4205-9AE9-340687DAE0BA}" type="presParOf" srcId="{1FEFA9C8-B012-4099-B00E-95339D14B026}" destId="{B14A2A41-FAAF-4630-9797-C5758392215E}" srcOrd="7" destOrd="0" presId="urn:microsoft.com/office/officeart/2018/2/layout/IconVerticalSolidList"/>
    <dgm:cxn modelId="{C693DCB9-5CF5-4DEF-ABAF-A0AA674D46FA}" type="presParOf" srcId="{1FEFA9C8-B012-4099-B00E-95339D14B026}" destId="{AFDD8FD1-CDF1-4DF8-8D4E-8AEF530E4020}" srcOrd="8" destOrd="0" presId="urn:microsoft.com/office/officeart/2018/2/layout/IconVerticalSolidList"/>
    <dgm:cxn modelId="{C25BB527-F130-4669-AF62-772388E92F77}" type="presParOf" srcId="{AFDD8FD1-CDF1-4DF8-8D4E-8AEF530E4020}" destId="{D63636C8-38A0-42A8-B4A1-B4FFE28CDCDF}" srcOrd="0" destOrd="0" presId="urn:microsoft.com/office/officeart/2018/2/layout/IconVerticalSolidList"/>
    <dgm:cxn modelId="{917E0627-8329-4202-A8B6-49D5E9975EDC}" type="presParOf" srcId="{AFDD8FD1-CDF1-4DF8-8D4E-8AEF530E4020}" destId="{8A1A624B-B888-422E-95FC-4F3F69EB7E3A}" srcOrd="1" destOrd="0" presId="urn:microsoft.com/office/officeart/2018/2/layout/IconVerticalSolidList"/>
    <dgm:cxn modelId="{37CEE8A8-4D62-4D29-B62A-7531E9D9E8B3}" type="presParOf" srcId="{AFDD8FD1-CDF1-4DF8-8D4E-8AEF530E4020}" destId="{D734CDA4-C64B-4D63-A5A0-7EA99FE126B5}" srcOrd="2" destOrd="0" presId="urn:microsoft.com/office/officeart/2018/2/layout/IconVerticalSolidList"/>
    <dgm:cxn modelId="{87DFC0B4-F6F9-4163-8B93-42E7363B10EA}" type="presParOf" srcId="{AFDD8FD1-CDF1-4DF8-8D4E-8AEF530E4020}" destId="{D5E28892-63B1-47A4-9EC5-A4C34ACE28ED}" srcOrd="3" destOrd="0" presId="urn:microsoft.com/office/officeart/2018/2/layout/IconVerticalSolidList"/>
    <dgm:cxn modelId="{8DF0E25B-71F6-4C8B-9353-0863878988B8}" type="presParOf" srcId="{1FEFA9C8-B012-4099-B00E-95339D14B026}" destId="{6AF59B37-2600-4380-AEEC-3CD029E4172A}" srcOrd="9" destOrd="0" presId="urn:microsoft.com/office/officeart/2018/2/layout/IconVerticalSolidList"/>
    <dgm:cxn modelId="{80E0A2C1-1FB6-416E-BC51-9ED5A9B9133C}" type="presParOf" srcId="{1FEFA9C8-B012-4099-B00E-95339D14B026}" destId="{C80999AE-70C2-4927-B580-692BEE8F5808}" srcOrd="10" destOrd="0" presId="urn:microsoft.com/office/officeart/2018/2/layout/IconVerticalSolidList"/>
    <dgm:cxn modelId="{766AE068-3467-4415-9C71-02D1464B97B3}" type="presParOf" srcId="{C80999AE-70C2-4927-B580-692BEE8F5808}" destId="{CFC65DA5-E5C8-42CB-9257-D14DB74F9E9B}" srcOrd="0" destOrd="0" presId="urn:microsoft.com/office/officeart/2018/2/layout/IconVerticalSolidList"/>
    <dgm:cxn modelId="{CB1FBF4A-DAFF-4057-9BE6-C47B7E369FCC}" type="presParOf" srcId="{C80999AE-70C2-4927-B580-692BEE8F5808}" destId="{1A4CFDDA-2894-4C51-8986-BBD96D5F4B43}" srcOrd="1" destOrd="0" presId="urn:microsoft.com/office/officeart/2018/2/layout/IconVerticalSolidList"/>
    <dgm:cxn modelId="{0DD88439-C9DE-4ACB-A586-A6C0A8761793}" type="presParOf" srcId="{C80999AE-70C2-4927-B580-692BEE8F5808}" destId="{6D6A9EC2-73E2-4887-99CE-3AAC1B3D44CF}" srcOrd="2" destOrd="0" presId="urn:microsoft.com/office/officeart/2018/2/layout/IconVerticalSolidList"/>
    <dgm:cxn modelId="{08AFC394-B6C2-410E-BC73-0F6A2A7BC7D9}" type="presParOf" srcId="{C80999AE-70C2-4927-B580-692BEE8F5808}" destId="{24B38D48-2AB6-4C4D-90CF-772F9448D96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8C2BDD-A962-405C-899C-98600B0860FE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002EF97-ED22-4A8E-A3C2-58BC640870CA}">
      <dgm:prSet/>
      <dgm:spPr/>
      <dgm:t>
        <a:bodyPr/>
        <a:lstStyle/>
        <a:p>
          <a:r>
            <a:rPr lang="en-US"/>
            <a:t>Analyzes customer movement across product categories</a:t>
          </a:r>
        </a:p>
      </dgm:t>
    </dgm:pt>
    <dgm:pt modelId="{2E5008B9-A260-4827-B401-2DEB2C09A6B5}" type="parTrans" cxnId="{25E136FD-248E-443B-994F-E9B5F8491EFC}">
      <dgm:prSet/>
      <dgm:spPr/>
      <dgm:t>
        <a:bodyPr/>
        <a:lstStyle/>
        <a:p>
          <a:endParaRPr lang="en-US"/>
        </a:p>
      </dgm:t>
    </dgm:pt>
    <dgm:pt modelId="{38A5AE2D-5EAF-4450-9E66-9DB3472C3ED7}" type="sibTrans" cxnId="{25E136FD-248E-443B-994F-E9B5F8491EFC}">
      <dgm:prSet/>
      <dgm:spPr/>
      <dgm:t>
        <a:bodyPr/>
        <a:lstStyle/>
        <a:p>
          <a:endParaRPr lang="en-US"/>
        </a:p>
      </dgm:t>
    </dgm:pt>
    <dgm:pt modelId="{23ED15D1-F4CA-4EFB-B54C-9F24E97A3F02}">
      <dgm:prSet/>
      <dgm:spPr/>
      <dgm:t>
        <a:bodyPr/>
        <a:lstStyle/>
        <a:p>
          <a:r>
            <a:rPr lang="en-US"/>
            <a:t>Analyzes customer movement across product categories</a:t>
          </a:r>
        </a:p>
      </dgm:t>
    </dgm:pt>
    <dgm:pt modelId="{D6F99AFF-C32B-4124-A6E6-C43951FB540E}" type="parTrans" cxnId="{A7161607-281A-4A96-9DCE-04276214A9AF}">
      <dgm:prSet/>
      <dgm:spPr/>
      <dgm:t>
        <a:bodyPr/>
        <a:lstStyle/>
        <a:p>
          <a:endParaRPr lang="en-US"/>
        </a:p>
      </dgm:t>
    </dgm:pt>
    <dgm:pt modelId="{B13B78FB-2BFB-450B-8A01-38852CEBDC1D}" type="sibTrans" cxnId="{A7161607-281A-4A96-9DCE-04276214A9AF}">
      <dgm:prSet/>
      <dgm:spPr/>
      <dgm:t>
        <a:bodyPr/>
        <a:lstStyle/>
        <a:p>
          <a:endParaRPr lang="en-US"/>
        </a:p>
      </dgm:t>
    </dgm:pt>
    <dgm:pt modelId="{58298FEB-5345-425A-9323-240F8B37BB8F}">
      <dgm:prSet/>
      <dgm:spPr/>
      <dgm:t>
        <a:bodyPr/>
        <a:lstStyle/>
        <a:p>
          <a:r>
            <a:rPr lang="en-US"/>
            <a:t>Measures conversion from first-time buyers to repeat customers</a:t>
          </a:r>
        </a:p>
      </dgm:t>
    </dgm:pt>
    <dgm:pt modelId="{A6C4FF2A-6283-4332-A2AB-3EAB4092DD32}" type="parTrans" cxnId="{B99699D7-694E-468C-8C3C-BAA7035171F4}">
      <dgm:prSet/>
      <dgm:spPr/>
      <dgm:t>
        <a:bodyPr/>
        <a:lstStyle/>
        <a:p>
          <a:endParaRPr lang="en-US"/>
        </a:p>
      </dgm:t>
    </dgm:pt>
    <dgm:pt modelId="{5744997C-6A0A-484E-B9AB-236CE4AE21F2}" type="sibTrans" cxnId="{B99699D7-694E-468C-8C3C-BAA7035171F4}">
      <dgm:prSet/>
      <dgm:spPr/>
      <dgm:t>
        <a:bodyPr/>
        <a:lstStyle/>
        <a:p>
          <a:endParaRPr lang="en-US"/>
        </a:p>
      </dgm:t>
    </dgm:pt>
    <dgm:pt modelId="{15210069-A585-4AF6-91E7-4E69498CFB39}">
      <dgm:prSet/>
      <dgm:spPr/>
      <dgm:t>
        <a:bodyPr/>
        <a:lstStyle/>
        <a:p>
          <a:r>
            <a:rPr lang="en-US"/>
            <a:t>Identifies drop-off points in customer lifecycle</a:t>
          </a:r>
        </a:p>
      </dgm:t>
    </dgm:pt>
    <dgm:pt modelId="{FE1F4468-00B7-406E-94C2-6D9FAED79D45}" type="parTrans" cxnId="{21CD5930-F79B-46FD-BAD8-60D54AFE0D3F}">
      <dgm:prSet/>
      <dgm:spPr/>
      <dgm:t>
        <a:bodyPr/>
        <a:lstStyle/>
        <a:p>
          <a:endParaRPr lang="en-US"/>
        </a:p>
      </dgm:t>
    </dgm:pt>
    <dgm:pt modelId="{2D978D49-FC8A-41AD-BE27-9730EC0CC5C3}" type="sibTrans" cxnId="{21CD5930-F79B-46FD-BAD8-60D54AFE0D3F}">
      <dgm:prSet/>
      <dgm:spPr/>
      <dgm:t>
        <a:bodyPr/>
        <a:lstStyle/>
        <a:p>
          <a:endParaRPr lang="en-US"/>
        </a:p>
      </dgm:t>
    </dgm:pt>
    <dgm:pt modelId="{128EC811-D8E8-4994-9965-55E3689E226A}">
      <dgm:prSet/>
      <dgm:spPr/>
      <dgm:t>
        <a:bodyPr/>
        <a:lstStyle/>
        <a:p>
          <a:r>
            <a:rPr lang="en-US"/>
            <a:t>Drives long-term customer lifetime value (CLV) growth</a:t>
          </a:r>
        </a:p>
      </dgm:t>
    </dgm:pt>
    <dgm:pt modelId="{6C1A8C04-E44C-4650-A1AE-37B1C5CB8976}" type="parTrans" cxnId="{E7301E5E-5D87-4C78-9F47-D5FD3324603E}">
      <dgm:prSet/>
      <dgm:spPr/>
      <dgm:t>
        <a:bodyPr/>
        <a:lstStyle/>
        <a:p>
          <a:endParaRPr lang="en-US"/>
        </a:p>
      </dgm:t>
    </dgm:pt>
    <dgm:pt modelId="{0773A39D-B88D-4C79-999B-9ACE64920606}" type="sibTrans" cxnId="{E7301E5E-5D87-4C78-9F47-D5FD3324603E}">
      <dgm:prSet/>
      <dgm:spPr/>
      <dgm:t>
        <a:bodyPr/>
        <a:lstStyle/>
        <a:p>
          <a:endParaRPr lang="en-US"/>
        </a:p>
      </dgm:t>
    </dgm:pt>
    <dgm:pt modelId="{8ABAEAC9-239B-49E2-B8BB-43A62A105A90}" type="pres">
      <dgm:prSet presAssocID="{E68C2BDD-A962-405C-899C-98600B0860FE}" presName="outerComposite" presStyleCnt="0">
        <dgm:presLayoutVars>
          <dgm:chMax val="5"/>
          <dgm:dir/>
          <dgm:resizeHandles val="exact"/>
        </dgm:presLayoutVars>
      </dgm:prSet>
      <dgm:spPr/>
    </dgm:pt>
    <dgm:pt modelId="{E1846F84-A969-48B5-A639-C7AD09526868}" type="pres">
      <dgm:prSet presAssocID="{E68C2BDD-A962-405C-899C-98600B0860FE}" presName="dummyMaxCanvas" presStyleCnt="0">
        <dgm:presLayoutVars/>
      </dgm:prSet>
      <dgm:spPr/>
    </dgm:pt>
    <dgm:pt modelId="{B4B62F7F-B91D-4D6C-B3E6-1123C81E057C}" type="pres">
      <dgm:prSet presAssocID="{E68C2BDD-A962-405C-899C-98600B0860FE}" presName="FiveNodes_1" presStyleLbl="node1" presStyleIdx="0" presStyleCnt="5">
        <dgm:presLayoutVars>
          <dgm:bulletEnabled val="1"/>
        </dgm:presLayoutVars>
      </dgm:prSet>
      <dgm:spPr/>
    </dgm:pt>
    <dgm:pt modelId="{BF0ADE7A-B0BE-424C-931C-3F171F0AD900}" type="pres">
      <dgm:prSet presAssocID="{E68C2BDD-A962-405C-899C-98600B0860FE}" presName="FiveNodes_2" presStyleLbl="node1" presStyleIdx="1" presStyleCnt="5">
        <dgm:presLayoutVars>
          <dgm:bulletEnabled val="1"/>
        </dgm:presLayoutVars>
      </dgm:prSet>
      <dgm:spPr/>
    </dgm:pt>
    <dgm:pt modelId="{C32524BD-A469-4D44-A05B-D1F97DE54C67}" type="pres">
      <dgm:prSet presAssocID="{E68C2BDD-A962-405C-899C-98600B0860FE}" presName="FiveNodes_3" presStyleLbl="node1" presStyleIdx="2" presStyleCnt="5">
        <dgm:presLayoutVars>
          <dgm:bulletEnabled val="1"/>
        </dgm:presLayoutVars>
      </dgm:prSet>
      <dgm:spPr/>
    </dgm:pt>
    <dgm:pt modelId="{69BCAF02-AE5E-4CB6-AE4C-6CA88BC91495}" type="pres">
      <dgm:prSet presAssocID="{E68C2BDD-A962-405C-899C-98600B0860FE}" presName="FiveNodes_4" presStyleLbl="node1" presStyleIdx="3" presStyleCnt="5">
        <dgm:presLayoutVars>
          <dgm:bulletEnabled val="1"/>
        </dgm:presLayoutVars>
      </dgm:prSet>
      <dgm:spPr/>
    </dgm:pt>
    <dgm:pt modelId="{D81536BF-0201-4415-BF18-BD6201B1681B}" type="pres">
      <dgm:prSet presAssocID="{E68C2BDD-A962-405C-899C-98600B0860FE}" presName="FiveNodes_5" presStyleLbl="node1" presStyleIdx="4" presStyleCnt="5">
        <dgm:presLayoutVars>
          <dgm:bulletEnabled val="1"/>
        </dgm:presLayoutVars>
      </dgm:prSet>
      <dgm:spPr/>
    </dgm:pt>
    <dgm:pt modelId="{027B3F2C-E623-4B07-A73D-C81AABD69FAD}" type="pres">
      <dgm:prSet presAssocID="{E68C2BDD-A962-405C-899C-98600B0860FE}" presName="FiveConn_1-2" presStyleLbl="fgAccFollowNode1" presStyleIdx="0" presStyleCnt="4">
        <dgm:presLayoutVars>
          <dgm:bulletEnabled val="1"/>
        </dgm:presLayoutVars>
      </dgm:prSet>
      <dgm:spPr/>
    </dgm:pt>
    <dgm:pt modelId="{9F6EF70A-9F3D-45C8-8CA8-46284FEB7601}" type="pres">
      <dgm:prSet presAssocID="{E68C2BDD-A962-405C-899C-98600B0860FE}" presName="FiveConn_2-3" presStyleLbl="fgAccFollowNode1" presStyleIdx="1" presStyleCnt="4">
        <dgm:presLayoutVars>
          <dgm:bulletEnabled val="1"/>
        </dgm:presLayoutVars>
      </dgm:prSet>
      <dgm:spPr/>
    </dgm:pt>
    <dgm:pt modelId="{32588D28-13CC-488C-9794-A82A081285C4}" type="pres">
      <dgm:prSet presAssocID="{E68C2BDD-A962-405C-899C-98600B0860FE}" presName="FiveConn_3-4" presStyleLbl="fgAccFollowNode1" presStyleIdx="2" presStyleCnt="4">
        <dgm:presLayoutVars>
          <dgm:bulletEnabled val="1"/>
        </dgm:presLayoutVars>
      </dgm:prSet>
      <dgm:spPr/>
    </dgm:pt>
    <dgm:pt modelId="{15EE84D0-C3E1-44D4-8556-CD565805A7BB}" type="pres">
      <dgm:prSet presAssocID="{E68C2BDD-A962-405C-899C-98600B0860FE}" presName="FiveConn_4-5" presStyleLbl="fgAccFollowNode1" presStyleIdx="3" presStyleCnt="4">
        <dgm:presLayoutVars>
          <dgm:bulletEnabled val="1"/>
        </dgm:presLayoutVars>
      </dgm:prSet>
      <dgm:spPr/>
    </dgm:pt>
    <dgm:pt modelId="{EB7BFFB2-3A67-433C-A93D-56031F4C538C}" type="pres">
      <dgm:prSet presAssocID="{E68C2BDD-A962-405C-899C-98600B0860FE}" presName="FiveNodes_1_text" presStyleLbl="node1" presStyleIdx="4" presStyleCnt="5">
        <dgm:presLayoutVars>
          <dgm:bulletEnabled val="1"/>
        </dgm:presLayoutVars>
      </dgm:prSet>
      <dgm:spPr/>
    </dgm:pt>
    <dgm:pt modelId="{C79A58B5-F6A4-472A-9F26-689C0F0030AB}" type="pres">
      <dgm:prSet presAssocID="{E68C2BDD-A962-405C-899C-98600B0860FE}" presName="FiveNodes_2_text" presStyleLbl="node1" presStyleIdx="4" presStyleCnt="5">
        <dgm:presLayoutVars>
          <dgm:bulletEnabled val="1"/>
        </dgm:presLayoutVars>
      </dgm:prSet>
      <dgm:spPr/>
    </dgm:pt>
    <dgm:pt modelId="{3B6A86B5-8DB0-49E5-A14F-B4C4035F8460}" type="pres">
      <dgm:prSet presAssocID="{E68C2BDD-A962-405C-899C-98600B0860FE}" presName="FiveNodes_3_text" presStyleLbl="node1" presStyleIdx="4" presStyleCnt="5">
        <dgm:presLayoutVars>
          <dgm:bulletEnabled val="1"/>
        </dgm:presLayoutVars>
      </dgm:prSet>
      <dgm:spPr/>
    </dgm:pt>
    <dgm:pt modelId="{1D72267A-1D54-4136-8BE4-6CB2CFC77E5D}" type="pres">
      <dgm:prSet presAssocID="{E68C2BDD-A962-405C-899C-98600B0860FE}" presName="FiveNodes_4_text" presStyleLbl="node1" presStyleIdx="4" presStyleCnt="5">
        <dgm:presLayoutVars>
          <dgm:bulletEnabled val="1"/>
        </dgm:presLayoutVars>
      </dgm:prSet>
      <dgm:spPr/>
    </dgm:pt>
    <dgm:pt modelId="{857C40DE-87B7-42C0-A87C-1C5C92C8B6CA}" type="pres">
      <dgm:prSet presAssocID="{E68C2BDD-A962-405C-899C-98600B0860F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7161607-281A-4A96-9DCE-04276214A9AF}" srcId="{E68C2BDD-A962-405C-899C-98600B0860FE}" destId="{23ED15D1-F4CA-4EFB-B54C-9F24E97A3F02}" srcOrd="1" destOrd="0" parTransId="{D6F99AFF-C32B-4124-A6E6-C43951FB540E}" sibTransId="{B13B78FB-2BFB-450B-8A01-38852CEBDC1D}"/>
    <dgm:cxn modelId="{619D6617-62E0-47EC-9FEB-10F5575DDBB9}" type="presOf" srcId="{15210069-A585-4AF6-91E7-4E69498CFB39}" destId="{69BCAF02-AE5E-4CB6-AE4C-6CA88BC91495}" srcOrd="0" destOrd="0" presId="urn:microsoft.com/office/officeart/2005/8/layout/vProcess5"/>
    <dgm:cxn modelId="{ACDA6F20-B783-4F8B-878F-A33B71986064}" type="presOf" srcId="{E68C2BDD-A962-405C-899C-98600B0860FE}" destId="{8ABAEAC9-239B-49E2-B8BB-43A62A105A90}" srcOrd="0" destOrd="0" presId="urn:microsoft.com/office/officeart/2005/8/layout/vProcess5"/>
    <dgm:cxn modelId="{21CD5930-F79B-46FD-BAD8-60D54AFE0D3F}" srcId="{E68C2BDD-A962-405C-899C-98600B0860FE}" destId="{15210069-A585-4AF6-91E7-4E69498CFB39}" srcOrd="3" destOrd="0" parTransId="{FE1F4468-00B7-406E-94C2-6D9FAED79D45}" sibTransId="{2D978D49-FC8A-41AD-BE27-9730EC0CC5C3}"/>
    <dgm:cxn modelId="{E7301E5E-5D87-4C78-9F47-D5FD3324603E}" srcId="{E68C2BDD-A962-405C-899C-98600B0860FE}" destId="{128EC811-D8E8-4994-9965-55E3689E226A}" srcOrd="4" destOrd="0" parTransId="{6C1A8C04-E44C-4650-A1AE-37B1C5CB8976}" sibTransId="{0773A39D-B88D-4C79-999B-9ACE64920606}"/>
    <dgm:cxn modelId="{1FA29261-092F-4B51-9E7A-577837EF5312}" type="presOf" srcId="{2D978D49-FC8A-41AD-BE27-9730EC0CC5C3}" destId="{15EE84D0-C3E1-44D4-8556-CD565805A7BB}" srcOrd="0" destOrd="0" presId="urn:microsoft.com/office/officeart/2005/8/layout/vProcess5"/>
    <dgm:cxn modelId="{A26B7B42-51E5-44D5-82D9-44A139AF7B7A}" type="presOf" srcId="{23ED15D1-F4CA-4EFB-B54C-9F24E97A3F02}" destId="{C79A58B5-F6A4-472A-9F26-689C0F0030AB}" srcOrd="1" destOrd="0" presId="urn:microsoft.com/office/officeart/2005/8/layout/vProcess5"/>
    <dgm:cxn modelId="{89E4B346-7955-4DF8-BA74-ED7D23FA64C2}" type="presOf" srcId="{B13B78FB-2BFB-450B-8A01-38852CEBDC1D}" destId="{9F6EF70A-9F3D-45C8-8CA8-46284FEB7601}" srcOrd="0" destOrd="0" presId="urn:microsoft.com/office/officeart/2005/8/layout/vProcess5"/>
    <dgm:cxn modelId="{AC8B0D47-0BBD-4DFA-9993-7F05F6294FD9}" type="presOf" srcId="{23ED15D1-F4CA-4EFB-B54C-9F24E97A3F02}" destId="{BF0ADE7A-B0BE-424C-931C-3F171F0AD900}" srcOrd="0" destOrd="0" presId="urn:microsoft.com/office/officeart/2005/8/layout/vProcess5"/>
    <dgm:cxn modelId="{B27EB554-9685-4CE5-ACCA-8429AEC743F3}" type="presOf" srcId="{128EC811-D8E8-4994-9965-55E3689E226A}" destId="{857C40DE-87B7-42C0-A87C-1C5C92C8B6CA}" srcOrd="1" destOrd="0" presId="urn:microsoft.com/office/officeart/2005/8/layout/vProcess5"/>
    <dgm:cxn modelId="{909F0A8D-AC12-4C87-80DF-CC4C5390F046}" type="presOf" srcId="{128EC811-D8E8-4994-9965-55E3689E226A}" destId="{D81536BF-0201-4415-BF18-BD6201B1681B}" srcOrd="0" destOrd="0" presId="urn:microsoft.com/office/officeart/2005/8/layout/vProcess5"/>
    <dgm:cxn modelId="{6E0A0CA2-F35D-49D8-8D34-8CEC1748295F}" type="presOf" srcId="{5744997C-6A0A-484E-B9AB-236CE4AE21F2}" destId="{32588D28-13CC-488C-9794-A82A081285C4}" srcOrd="0" destOrd="0" presId="urn:microsoft.com/office/officeart/2005/8/layout/vProcess5"/>
    <dgm:cxn modelId="{A6C7FCA4-B14D-464C-856B-D39A8547417A}" type="presOf" srcId="{58298FEB-5345-425A-9323-240F8B37BB8F}" destId="{C32524BD-A469-4D44-A05B-D1F97DE54C67}" srcOrd="0" destOrd="0" presId="urn:microsoft.com/office/officeart/2005/8/layout/vProcess5"/>
    <dgm:cxn modelId="{F1FD0CAA-1B0D-4984-B6B7-4FB65C5D1ABE}" type="presOf" srcId="{4002EF97-ED22-4A8E-A3C2-58BC640870CA}" destId="{B4B62F7F-B91D-4D6C-B3E6-1123C81E057C}" srcOrd="0" destOrd="0" presId="urn:microsoft.com/office/officeart/2005/8/layout/vProcess5"/>
    <dgm:cxn modelId="{5A90F5B4-2A24-4B6F-840C-572FB7185916}" type="presOf" srcId="{58298FEB-5345-425A-9323-240F8B37BB8F}" destId="{3B6A86B5-8DB0-49E5-A14F-B4C4035F8460}" srcOrd="1" destOrd="0" presId="urn:microsoft.com/office/officeart/2005/8/layout/vProcess5"/>
    <dgm:cxn modelId="{B99699D7-694E-468C-8C3C-BAA7035171F4}" srcId="{E68C2BDD-A962-405C-899C-98600B0860FE}" destId="{58298FEB-5345-425A-9323-240F8B37BB8F}" srcOrd="2" destOrd="0" parTransId="{A6C4FF2A-6283-4332-A2AB-3EAB4092DD32}" sibTransId="{5744997C-6A0A-484E-B9AB-236CE4AE21F2}"/>
    <dgm:cxn modelId="{2699F0F3-DF6A-46A9-B4AA-1B75E6DFF41E}" type="presOf" srcId="{15210069-A585-4AF6-91E7-4E69498CFB39}" destId="{1D72267A-1D54-4136-8BE4-6CB2CFC77E5D}" srcOrd="1" destOrd="0" presId="urn:microsoft.com/office/officeart/2005/8/layout/vProcess5"/>
    <dgm:cxn modelId="{C3E8A9F6-84E3-48D4-8CC3-F8A6F1B97D05}" type="presOf" srcId="{38A5AE2D-5EAF-4450-9E66-9DB3472C3ED7}" destId="{027B3F2C-E623-4B07-A73D-C81AABD69FAD}" srcOrd="0" destOrd="0" presId="urn:microsoft.com/office/officeart/2005/8/layout/vProcess5"/>
    <dgm:cxn modelId="{A5D868FC-D240-43E2-ACC2-64840C38E3CC}" type="presOf" srcId="{4002EF97-ED22-4A8E-A3C2-58BC640870CA}" destId="{EB7BFFB2-3A67-433C-A93D-56031F4C538C}" srcOrd="1" destOrd="0" presId="urn:microsoft.com/office/officeart/2005/8/layout/vProcess5"/>
    <dgm:cxn modelId="{25E136FD-248E-443B-994F-E9B5F8491EFC}" srcId="{E68C2BDD-A962-405C-899C-98600B0860FE}" destId="{4002EF97-ED22-4A8E-A3C2-58BC640870CA}" srcOrd="0" destOrd="0" parTransId="{2E5008B9-A260-4827-B401-2DEB2C09A6B5}" sibTransId="{38A5AE2D-5EAF-4450-9E66-9DB3472C3ED7}"/>
    <dgm:cxn modelId="{90B65917-A612-4131-B4C9-0261A0730071}" type="presParOf" srcId="{8ABAEAC9-239B-49E2-B8BB-43A62A105A90}" destId="{E1846F84-A969-48B5-A639-C7AD09526868}" srcOrd="0" destOrd="0" presId="urn:microsoft.com/office/officeart/2005/8/layout/vProcess5"/>
    <dgm:cxn modelId="{A119EB38-1DCC-4EC4-8002-90EEBD1EB8FD}" type="presParOf" srcId="{8ABAEAC9-239B-49E2-B8BB-43A62A105A90}" destId="{B4B62F7F-B91D-4D6C-B3E6-1123C81E057C}" srcOrd="1" destOrd="0" presId="urn:microsoft.com/office/officeart/2005/8/layout/vProcess5"/>
    <dgm:cxn modelId="{0FB593BB-CF6A-41FE-A09A-54490C270AF9}" type="presParOf" srcId="{8ABAEAC9-239B-49E2-B8BB-43A62A105A90}" destId="{BF0ADE7A-B0BE-424C-931C-3F171F0AD900}" srcOrd="2" destOrd="0" presId="urn:microsoft.com/office/officeart/2005/8/layout/vProcess5"/>
    <dgm:cxn modelId="{3EFD4453-2C32-4AF4-8664-A3F1DC5C11E6}" type="presParOf" srcId="{8ABAEAC9-239B-49E2-B8BB-43A62A105A90}" destId="{C32524BD-A469-4D44-A05B-D1F97DE54C67}" srcOrd="3" destOrd="0" presId="urn:microsoft.com/office/officeart/2005/8/layout/vProcess5"/>
    <dgm:cxn modelId="{DE1AD1A9-E435-4301-8E37-39389B394EE4}" type="presParOf" srcId="{8ABAEAC9-239B-49E2-B8BB-43A62A105A90}" destId="{69BCAF02-AE5E-4CB6-AE4C-6CA88BC91495}" srcOrd="4" destOrd="0" presId="urn:microsoft.com/office/officeart/2005/8/layout/vProcess5"/>
    <dgm:cxn modelId="{9D7DC496-2DD1-4C1C-B87A-BED5E0420620}" type="presParOf" srcId="{8ABAEAC9-239B-49E2-B8BB-43A62A105A90}" destId="{D81536BF-0201-4415-BF18-BD6201B1681B}" srcOrd="5" destOrd="0" presId="urn:microsoft.com/office/officeart/2005/8/layout/vProcess5"/>
    <dgm:cxn modelId="{83FE0733-E3D5-4211-A94D-8F4A8729FE6D}" type="presParOf" srcId="{8ABAEAC9-239B-49E2-B8BB-43A62A105A90}" destId="{027B3F2C-E623-4B07-A73D-C81AABD69FAD}" srcOrd="6" destOrd="0" presId="urn:microsoft.com/office/officeart/2005/8/layout/vProcess5"/>
    <dgm:cxn modelId="{A33279D7-A5BE-49F5-9137-8DFC6D06A825}" type="presParOf" srcId="{8ABAEAC9-239B-49E2-B8BB-43A62A105A90}" destId="{9F6EF70A-9F3D-45C8-8CA8-46284FEB7601}" srcOrd="7" destOrd="0" presId="urn:microsoft.com/office/officeart/2005/8/layout/vProcess5"/>
    <dgm:cxn modelId="{742D8783-754E-4C7C-BDE1-95A2FAB96AF4}" type="presParOf" srcId="{8ABAEAC9-239B-49E2-B8BB-43A62A105A90}" destId="{32588D28-13CC-488C-9794-A82A081285C4}" srcOrd="8" destOrd="0" presId="urn:microsoft.com/office/officeart/2005/8/layout/vProcess5"/>
    <dgm:cxn modelId="{98362C8C-2AC6-4B5A-9EE1-515D17D16452}" type="presParOf" srcId="{8ABAEAC9-239B-49E2-B8BB-43A62A105A90}" destId="{15EE84D0-C3E1-44D4-8556-CD565805A7BB}" srcOrd="9" destOrd="0" presId="urn:microsoft.com/office/officeart/2005/8/layout/vProcess5"/>
    <dgm:cxn modelId="{D2E4528D-79F8-4181-91EE-6ACD4307746A}" type="presParOf" srcId="{8ABAEAC9-239B-49E2-B8BB-43A62A105A90}" destId="{EB7BFFB2-3A67-433C-A93D-56031F4C538C}" srcOrd="10" destOrd="0" presId="urn:microsoft.com/office/officeart/2005/8/layout/vProcess5"/>
    <dgm:cxn modelId="{C41129CB-4EB6-4F50-B573-32B5793B0880}" type="presParOf" srcId="{8ABAEAC9-239B-49E2-B8BB-43A62A105A90}" destId="{C79A58B5-F6A4-472A-9F26-689C0F0030AB}" srcOrd="11" destOrd="0" presId="urn:microsoft.com/office/officeart/2005/8/layout/vProcess5"/>
    <dgm:cxn modelId="{9EF917FA-DF39-4AC0-B7C9-6DC3F947078C}" type="presParOf" srcId="{8ABAEAC9-239B-49E2-B8BB-43A62A105A90}" destId="{3B6A86B5-8DB0-49E5-A14F-B4C4035F8460}" srcOrd="12" destOrd="0" presId="urn:microsoft.com/office/officeart/2005/8/layout/vProcess5"/>
    <dgm:cxn modelId="{69623EB9-291D-4B29-BC02-01A2E9754D5C}" type="presParOf" srcId="{8ABAEAC9-239B-49E2-B8BB-43A62A105A90}" destId="{1D72267A-1D54-4136-8BE4-6CB2CFC77E5D}" srcOrd="13" destOrd="0" presId="urn:microsoft.com/office/officeart/2005/8/layout/vProcess5"/>
    <dgm:cxn modelId="{F6176926-DB57-4F10-AEBA-F16D39DED14E}" type="presParOf" srcId="{8ABAEAC9-239B-49E2-B8BB-43A62A105A90}" destId="{857C40DE-87B7-42C0-A87C-1C5C92C8B6C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E6E4334-4305-4529-B490-27CD71F9E95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F613527-C51E-4985-8E5F-3D78A92AF2B6}">
      <dgm:prSet/>
      <dgm:spPr/>
      <dgm:t>
        <a:bodyPr/>
        <a:lstStyle/>
        <a:p>
          <a:r>
            <a:rPr lang="en-US"/>
            <a:t>Segments customers by age groups and spending tiers</a:t>
          </a:r>
        </a:p>
      </dgm:t>
    </dgm:pt>
    <dgm:pt modelId="{67303B9F-39FC-4991-A0E6-C48A9804ED3A}" type="parTrans" cxnId="{98775420-0275-4F6E-BA75-175381AA638F}">
      <dgm:prSet/>
      <dgm:spPr/>
      <dgm:t>
        <a:bodyPr/>
        <a:lstStyle/>
        <a:p>
          <a:endParaRPr lang="en-US"/>
        </a:p>
      </dgm:t>
    </dgm:pt>
    <dgm:pt modelId="{74653C99-B918-466A-9C90-A499A8E670EC}" type="sibTrans" cxnId="{98775420-0275-4F6E-BA75-175381AA638F}">
      <dgm:prSet/>
      <dgm:spPr/>
      <dgm:t>
        <a:bodyPr/>
        <a:lstStyle/>
        <a:p>
          <a:endParaRPr lang="en-US"/>
        </a:p>
      </dgm:t>
    </dgm:pt>
    <dgm:pt modelId="{1EFB370D-4C3D-4B1E-A8BB-F8EE7E8F05CA}">
      <dgm:prSet/>
      <dgm:spPr/>
      <dgm:t>
        <a:bodyPr/>
        <a:lstStyle/>
        <a:p>
          <a:r>
            <a:rPr lang="en-US"/>
            <a:t>Identifies high-value and profitable customer segments</a:t>
          </a:r>
        </a:p>
      </dgm:t>
    </dgm:pt>
    <dgm:pt modelId="{73319B53-B736-465C-99F0-0C7C8C047266}" type="parTrans" cxnId="{93972A88-FC7B-4D37-B96D-72B8BD3FF94D}">
      <dgm:prSet/>
      <dgm:spPr/>
      <dgm:t>
        <a:bodyPr/>
        <a:lstStyle/>
        <a:p>
          <a:endParaRPr lang="en-US"/>
        </a:p>
      </dgm:t>
    </dgm:pt>
    <dgm:pt modelId="{E6771873-50D5-4303-85BD-FEF0D559F3F8}" type="sibTrans" cxnId="{93972A88-FC7B-4D37-B96D-72B8BD3FF94D}">
      <dgm:prSet/>
      <dgm:spPr/>
      <dgm:t>
        <a:bodyPr/>
        <a:lstStyle/>
        <a:p>
          <a:endParaRPr lang="en-US"/>
        </a:p>
      </dgm:t>
    </dgm:pt>
    <dgm:pt modelId="{0532894A-A686-4BDE-BF49-B05D0DA04B97}">
      <dgm:prSet/>
      <dgm:spPr/>
      <dgm:t>
        <a:bodyPr/>
        <a:lstStyle/>
        <a:p>
          <a:r>
            <a:rPr lang="en-US"/>
            <a:t>Helps understand purchasing power and behavior patterns</a:t>
          </a:r>
        </a:p>
      </dgm:t>
    </dgm:pt>
    <dgm:pt modelId="{AD44B22D-86A9-40EC-BC69-FEABF1144C85}" type="parTrans" cxnId="{9F67E3AF-CE7E-4498-9ADE-09A7B0184D15}">
      <dgm:prSet/>
      <dgm:spPr/>
      <dgm:t>
        <a:bodyPr/>
        <a:lstStyle/>
        <a:p>
          <a:endParaRPr lang="en-US"/>
        </a:p>
      </dgm:t>
    </dgm:pt>
    <dgm:pt modelId="{85E76DB3-3920-4410-8C2D-DFBCEDD8D688}" type="sibTrans" cxnId="{9F67E3AF-CE7E-4498-9ADE-09A7B0184D15}">
      <dgm:prSet/>
      <dgm:spPr/>
      <dgm:t>
        <a:bodyPr/>
        <a:lstStyle/>
        <a:p>
          <a:endParaRPr lang="en-US"/>
        </a:p>
      </dgm:t>
    </dgm:pt>
    <dgm:pt modelId="{9B2F25DD-689A-43E7-8EB4-79B184DA1B60}">
      <dgm:prSet/>
      <dgm:spPr/>
      <dgm:t>
        <a:bodyPr/>
        <a:lstStyle/>
        <a:p>
          <a:r>
            <a:rPr lang="en-US"/>
            <a:t>Analyzes regional buying preferences across cities</a:t>
          </a:r>
        </a:p>
      </dgm:t>
    </dgm:pt>
    <dgm:pt modelId="{682BB100-5E2B-4D36-A80C-F8DB7C3C4C1C}" type="parTrans" cxnId="{675DCDB4-1B12-4EB1-9BC0-4539981B0D15}">
      <dgm:prSet/>
      <dgm:spPr/>
      <dgm:t>
        <a:bodyPr/>
        <a:lstStyle/>
        <a:p>
          <a:endParaRPr lang="en-US"/>
        </a:p>
      </dgm:t>
    </dgm:pt>
    <dgm:pt modelId="{ED01277F-F5E6-48AE-8D88-1A789F95350A}" type="sibTrans" cxnId="{675DCDB4-1B12-4EB1-9BC0-4539981B0D15}">
      <dgm:prSet/>
      <dgm:spPr/>
      <dgm:t>
        <a:bodyPr/>
        <a:lstStyle/>
        <a:p>
          <a:endParaRPr lang="en-US"/>
        </a:p>
      </dgm:t>
    </dgm:pt>
    <dgm:pt modelId="{1C592EBB-301B-4E34-9D1F-B97FE3C30BB4}">
      <dgm:prSet/>
      <dgm:spPr/>
      <dgm:t>
        <a:bodyPr/>
        <a:lstStyle/>
        <a:p>
          <a:r>
            <a:rPr lang="en-US"/>
            <a:t>Example: High-end electronics demand vs traditional product trends</a:t>
          </a:r>
        </a:p>
      </dgm:t>
    </dgm:pt>
    <dgm:pt modelId="{087B9534-8ACE-412C-BC6F-7414195C303F}" type="parTrans" cxnId="{1C278231-99C2-436C-A2B1-153614749F98}">
      <dgm:prSet/>
      <dgm:spPr/>
      <dgm:t>
        <a:bodyPr/>
        <a:lstStyle/>
        <a:p>
          <a:endParaRPr lang="en-US"/>
        </a:p>
      </dgm:t>
    </dgm:pt>
    <dgm:pt modelId="{E27117AE-6E9F-43B6-AB43-90C4D665CA10}" type="sibTrans" cxnId="{1C278231-99C2-436C-A2B1-153614749F98}">
      <dgm:prSet/>
      <dgm:spPr/>
      <dgm:t>
        <a:bodyPr/>
        <a:lstStyle/>
        <a:p>
          <a:endParaRPr lang="en-US"/>
        </a:p>
      </dgm:t>
    </dgm:pt>
    <dgm:pt modelId="{C39191D0-EEBE-492E-9B7D-2E6C5EF71FE0}">
      <dgm:prSet/>
      <dgm:spPr/>
      <dgm:t>
        <a:bodyPr/>
        <a:lstStyle/>
        <a:p>
          <a:r>
            <a:rPr lang="en-US"/>
            <a:t>Supports region-specific product and inventory planning</a:t>
          </a:r>
        </a:p>
      </dgm:t>
    </dgm:pt>
    <dgm:pt modelId="{3AF753DB-E8AA-4F23-9A87-800189966745}" type="parTrans" cxnId="{38601CAA-0457-478C-9A5F-2907FD7C62BB}">
      <dgm:prSet/>
      <dgm:spPr/>
      <dgm:t>
        <a:bodyPr/>
        <a:lstStyle/>
        <a:p>
          <a:endParaRPr lang="en-US"/>
        </a:p>
      </dgm:t>
    </dgm:pt>
    <dgm:pt modelId="{27692F15-7998-41D3-8C15-61E263B3B947}" type="sibTrans" cxnId="{38601CAA-0457-478C-9A5F-2907FD7C62BB}">
      <dgm:prSet/>
      <dgm:spPr/>
      <dgm:t>
        <a:bodyPr/>
        <a:lstStyle/>
        <a:p>
          <a:endParaRPr lang="en-US"/>
        </a:p>
      </dgm:t>
    </dgm:pt>
    <dgm:pt modelId="{29B3C5AC-ABD7-43AC-BA0D-A80EE8C6C2E7}" type="pres">
      <dgm:prSet presAssocID="{DE6E4334-4305-4529-B490-27CD71F9E95D}" presName="root" presStyleCnt="0">
        <dgm:presLayoutVars>
          <dgm:dir/>
          <dgm:resizeHandles val="exact"/>
        </dgm:presLayoutVars>
      </dgm:prSet>
      <dgm:spPr/>
    </dgm:pt>
    <dgm:pt modelId="{4ED968CF-C642-46AC-85F7-F179D57BCC11}" type="pres">
      <dgm:prSet presAssocID="{0F613527-C51E-4985-8E5F-3D78A92AF2B6}" presName="compNode" presStyleCnt="0"/>
      <dgm:spPr/>
    </dgm:pt>
    <dgm:pt modelId="{A312E60C-846F-4FF9-B467-0D42552348D0}" type="pres">
      <dgm:prSet presAssocID="{0F613527-C51E-4985-8E5F-3D78A92AF2B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369193D-4C5D-4ED2-BF58-4F71B4CF274E}" type="pres">
      <dgm:prSet presAssocID="{0F613527-C51E-4985-8E5F-3D78A92AF2B6}" presName="spaceRect" presStyleCnt="0"/>
      <dgm:spPr/>
    </dgm:pt>
    <dgm:pt modelId="{CC36015E-9985-4E8C-A2BD-D987C5E55594}" type="pres">
      <dgm:prSet presAssocID="{0F613527-C51E-4985-8E5F-3D78A92AF2B6}" presName="textRect" presStyleLbl="revTx" presStyleIdx="0" presStyleCnt="6">
        <dgm:presLayoutVars>
          <dgm:chMax val="1"/>
          <dgm:chPref val="1"/>
        </dgm:presLayoutVars>
      </dgm:prSet>
      <dgm:spPr/>
    </dgm:pt>
    <dgm:pt modelId="{DA93F27A-D689-4F5E-878B-158A78CE981F}" type="pres">
      <dgm:prSet presAssocID="{74653C99-B918-466A-9C90-A499A8E670EC}" presName="sibTrans" presStyleCnt="0"/>
      <dgm:spPr/>
    </dgm:pt>
    <dgm:pt modelId="{A0F77F65-DD7C-4C82-8B1D-33DF935F8A91}" type="pres">
      <dgm:prSet presAssocID="{1EFB370D-4C3D-4B1E-A8BB-F8EE7E8F05CA}" presName="compNode" presStyleCnt="0"/>
      <dgm:spPr/>
    </dgm:pt>
    <dgm:pt modelId="{46864223-626E-4396-8445-CCA788201271}" type="pres">
      <dgm:prSet presAssocID="{1EFB370D-4C3D-4B1E-A8BB-F8EE7E8F05C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6DEB4832-82A0-4D91-BE10-6A1501317F67}" type="pres">
      <dgm:prSet presAssocID="{1EFB370D-4C3D-4B1E-A8BB-F8EE7E8F05CA}" presName="spaceRect" presStyleCnt="0"/>
      <dgm:spPr/>
    </dgm:pt>
    <dgm:pt modelId="{7226F0A4-5B40-440A-AE08-E4451AC10CC9}" type="pres">
      <dgm:prSet presAssocID="{1EFB370D-4C3D-4B1E-A8BB-F8EE7E8F05CA}" presName="textRect" presStyleLbl="revTx" presStyleIdx="1" presStyleCnt="6">
        <dgm:presLayoutVars>
          <dgm:chMax val="1"/>
          <dgm:chPref val="1"/>
        </dgm:presLayoutVars>
      </dgm:prSet>
      <dgm:spPr/>
    </dgm:pt>
    <dgm:pt modelId="{F1F74A85-D11D-4F1D-8540-850DEF437E10}" type="pres">
      <dgm:prSet presAssocID="{E6771873-50D5-4303-85BD-FEF0D559F3F8}" presName="sibTrans" presStyleCnt="0"/>
      <dgm:spPr/>
    </dgm:pt>
    <dgm:pt modelId="{9362A8AE-9158-4A13-A8CE-E22BA4ADE744}" type="pres">
      <dgm:prSet presAssocID="{0532894A-A686-4BDE-BF49-B05D0DA04B97}" presName="compNode" presStyleCnt="0"/>
      <dgm:spPr/>
    </dgm:pt>
    <dgm:pt modelId="{8ED93078-7AAD-4D0D-A2AB-E62077BAACE4}" type="pres">
      <dgm:prSet presAssocID="{0532894A-A686-4BDE-BF49-B05D0DA04B9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FC2147F-D9FA-41AD-ABF2-5E7A8C3743F2}" type="pres">
      <dgm:prSet presAssocID="{0532894A-A686-4BDE-BF49-B05D0DA04B97}" presName="spaceRect" presStyleCnt="0"/>
      <dgm:spPr/>
    </dgm:pt>
    <dgm:pt modelId="{89EEFF57-C7B6-493C-A36A-775ED78AF11A}" type="pres">
      <dgm:prSet presAssocID="{0532894A-A686-4BDE-BF49-B05D0DA04B97}" presName="textRect" presStyleLbl="revTx" presStyleIdx="2" presStyleCnt="6">
        <dgm:presLayoutVars>
          <dgm:chMax val="1"/>
          <dgm:chPref val="1"/>
        </dgm:presLayoutVars>
      </dgm:prSet>
      <dgm:spPr/>
    </dgm:pt>
    <dgm:pt modelId="{DB3836FD-73E3-44B7-A704-214BF3F75716}" type="pres">
      <dgm:prSet presAssocID="{85E76DB3-3920-4410-8C2D-DFBCEDD8D688}" presName="sibTrans" presStyleCnt="0"/>
      <dgm:spPr/>
    </dgm:pt>
    <dgm:pt modelId="{F2511908-F9C8-4613-AF25-1EDD08069F68}" type="pres">
      <dgm:prSet presAssocID="{9B2F25DD-689A-43E7-8EB4-79B184DA1B60}" presName="compNode" presStyleCnt="0"/>
      <dgm:spPr/>
    </dgm:pt>
    <dgm:pt modelId="{5C90BAED-16FD-45D0-9AC6-C414CBA9E318}" type="pres">
      <dgm:prSet presAssocID="{9B2F25DD-689A-43E7-8EB4-79B184DA1B6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83EC02A2-C0ED-427C-9615-8C0D1A9CF67A}" type="pres">
      <dgm:prSet presAssocID="{9B2F25DD-689A-43E7-8EB4-79B184DA1B60}" presName="spaceRect" presStyleCnt="0"/>
      <dgm:spPr/>
    </dgm:pt>
    <dgm:pt modelId="{9BC448FC-DAC1-4F79-BECD-D48180CFC951}" type="pres">
      <dgm:prSet presAssocID="{9B2F25DD-689A-43E7-8EB4-79B184DA1B60}" presName="textRect" presStyleLbl="revTx" presStyleIdx="3" presStyleCnt="6">
        <dgm:presLayoutVars>
          <dgm:chMax val="1"/>
          <dgm:chPref val="1"/>
        </dgm:presLayoutVars>
      </dgm:prSet>
      <dgm:spPr/>
    </dgm:pt>
    <dgm:pt modelId="{DA24C431-E472-4EE7-B4A4-BC358EF757DB}" type="pres">
      <dgm:prSet presAssocID="{ED01277F-F5E6-48AE-8D88-1A789F95350A}" presName="sibTrans" presStyleCnt="0"/>
      <dgm:spPr/>
    </dgm:pt>
    <dgm:pt modelId="{658692C0-0309-474F-ACF9-7C1CBBF03AA5}" type="pres">
      <dgm:prSet presAssocID="{1C592EBB-301B-4E34-9D1F-B97FE3C30BB4}" presName="compNode" presStyleCnt="0"/>
      <dgm:spPr/>
    </dgm:pt>
    <dgm:pt modelId="{305A62CC-474F-4C33-8DCD-3B32ADF25A54}" type="pres">
      <dgm:prSet presAssocID="{1C592EBB-301B-4E34-9D1F-B97FE3C30BB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0F0037A-F207-42F8-B750-B19CEC607A10}" type="pres">
      <dgm:prSet presAssocID="{1C592EBB-301B-4E34-9D1F-B97FE3C30BB4}" presName="spaceRect" presStyleCnt="0"/>
      <dgm:spPr/>
    </dgm:pt>
    <dgm:pt modelId="{BB5CFE23-6D02-45DD-B644-B98D629F9444}" type="pres">
      <dgm:prSet presAssocID="{1C592EBB-301B-4E34-9D1F-B97FE3C30BB4}" presName="textRect" presStyleLbl="revTx" presStyleIdx="4" presStyleCnt="6">
        <dgm:presLayoutVars>
          <dgm:chMax val="1"/>
          <dgm:chPref val="1"/>
        </dgm:presLayoutVars>
      </dgm:prSet>
      <dgm:spPr/>
    </dgm:pt>
    <dgm:pt modelId="{E8AA4606-AB82-4917-8638-0F34D0569A46}" type="pres">
      <dgm:prSet presAssocID="{E27117AE-6E9F-43B6-AB43-90C4D665CA10}" presName="sibTrans" presStyleCnt="0"/>
      <dgm:spPr/>
    </dgm:pt>
    <dgm:pt modelId="{FD361C04-C967-4D68-A7ED-EEC05F2B12FB}" type="pres">
      <dgm:prSet presAssocID="{C39191D0-EEBE-492E-9B7D-2E6C5EF71FE0}" presName="compNode" presStyleCnt="0"/>
      <dgm:spPr/>
    </dgm:pt>
    <dgm:pt modelId="{5FAC5764-7AAB-479A-B762-86792F0D8A59}" type="pres">
      <dgm:prSet presAssocID="{C39191D0-EEBE-492E-9B7D-2E6C5EF71FE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F1431F0-5ACF-4D8C-B5CF-4AA4B07CDC6F}" type="pres">
      <dgm:prSet presAssocID="{C39191D0-EEBE-492E-9B7D-2E6C5EF71FE0}" presName="spaceRect" presStyleCnt="0"/>
      <dgm:spPr/>
    </dgm:pt>
    <dgm:pt modelId="{A20AE187-ECA3-4405-9420-F8AF3BE58144}" type="pres">
      <dgm:prSet presAssocID="{C39191D0-EEBE-492E-9B7D-2E6C5EF71FE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98775420-0275-4F6E-BA75-175381AA638F}" srcId="{DE6E4334-4305-4529-B490-27CD71F9E95D}" destId="{0F613527-C51E-4985-8E5F-3D78A92AF2B6}" srcOrd="0" destOrd="0" parTransId="{67303B9F-39FC-4991-A0E6-C48A9804ED3A}" sibTransId="{74653C99-B918-466A-9C90-A499A8E670EC}"/>
    <dgm:cxn modelId="{B649EF26-1BCC-4F02-9B4E-879FBAD6D2E6}" type="presOf" srcId="{0532894A-A686-4BDE-BF49-B05D0DA04B97}" destId="{89EEFF57-C7B6-493C-A36A-775ED78AF11A}" srcOrd="0" destOrd="0" presId="urn:microsoft.com/office/officeart/2018/2/layout/IconLabelList"/>
    <dgm:cxn modelId="{0AB98B29-A863-4A5A-BC77-261B8D981A19}" type="presOf" srcId="{1EFB370D-4C3D-4B1E-A8BB-F8EE7E8F05CA}" destId="{7226F0A4-5B40-440A-AE08-E4451AC10CC9}" srcOrd="0" destOrd="0" presId="urn:microsoft.com/office/officeart/2018/2/layout/IconLabelList"/>
    <dgm:cxn modelId="{1C278231-99C2-436C-A2B1-153614749F98}" srcId="{DE6E4334-4305-4529-B490-27CD71F9E95D}" destId="{1C592EBB-301B-4E34-9D1F-B97FE3C30BB4}" srcOrd="4" destOrd="0" parTransId="{087B9534-8ACE-412C-BC6F-7414195C303F}" sibTransId="{E27117AE-6E9F-43B6-AB43-90C4D665CA10}"/>
    <dgm:cxn modelId="{7C28D93E-595E-4F4B-B69A-D8508FE978BE}" type="presOf" srcId="{1C592EBB-301B-4E34-9D1F-B97FE3C30BB4}" destId="{BB5CFE23-6D02-45DD-B644-B98D629F9444}" srcOrd="0" destOrd="0" presId="urn:microsoft.com/office/officeart/2018/2/layout/IconLabelList"/>
    <dgm:cxn modelId="{D58C0745-683F-4B6F-8BC7-2A66A910EF56}" type="presOf" srcId="{C39191D0-EEBE-492E-9B7D-2E6C5EF71FE0}" destId="{A20AE187-ECA3-4405-9420-F8AF3BE58144}" srcOrd="0" destOrd="0" presId="urn:microsoft.com/office/officeart/2018/2/layout/IconLabelList"/>
    <dgm:cxn modelId="{93972A88-FC7B-4D37-B96D-72B8BD3FF94D}" srcId="{DE6E4334-4305-4529-B490-27CD71F9E95D}" destId="{1EFB370D-4C3D-4B1E-A8BB-F8EE7E8F05CA}" srcOrd="1" destOrd="0" parTransId="{73319B53-B736-465C-99F0-0C7C8C047266}" sibTransId="{E6771873-50D5-4303-85BD-FEF0D559F3F8}"/>
    <dgm:cxn modelId="{BF194A94-C984-430C-A069-44C7E6E1B951}" type="presOf" srcId="{9B2F25DD-689A-43E7-8EB4-79B184DA1B60}" destId="{9BC448FC-DAC1-4F79-BECD-D48180CFC951}" srcOrd="0" destOrd="0" presId="urn:microsoft.com/office/officeart/2018/2/layout/IconLabelList"/>
    <dgm:cxn modelId="{38601CAA-0457-478C-9A5F-2907FD7C62BB}" srcId="{DE6E4334-4305-4529-B490-27CD71F9E95D}" destId="{C39191D0-EEBE-492E-9B7D-2E6C5EF71FE0}" srcOrd="5" destOrd="0" parTransId="{3AF753DB-E8AA-4F23-9A87-800189966745}" sibTransId="{27692F15-7998-41D3-8C15-61E263B3B947}"/>
    <dgm:cxn modelId="{A8F1B3AD-F63C-4A26-AA33-3B84D55DF61D}" type="presOf" srcId="{DE6E4334-4305-4529-B490-27CD71F9E95D}" destId="{29B3C5AC-ABD7-43AC-BA0D-A80EE8C6C2E7}" srcOrd="0" destOrd="0" presId="urn:microsoft.com/office/officeart/2018/2/layout/IconLabelList"/>
    <dgm:cxn modelId="{9F67E3AF-CE7E-4498-9ADE-09A7B0184D15}" srcId="{DE6E4334-4305-4529-B490-27CD71F9E95D}" destId="{0532894A-A686-4BDE-BF49-B05D0DA04B97}" srcOrd="2" destOrd="0" parTransId="{AD44B22D-86A9-40EC-BC69-FEABF1144C85}" sibTransId="{85E76DB3-3920-4410-8C2D-DFBCEDD8D688}"/>
    <dgm:cxn modelId="{675DCDB4-1B12-4EB1-9BC0-4539981B0D15}" srcId="{DE6E4334-4305-4529-B490-27CD71F9E95D}" destId="{9B2F25DD-689A-43E7-8EB4-79B184DA1B60}" srcOrd="3" destOrd="0" parTransId="{682BB100-5E2B-4D36-A80C-F8DB7C3C4C1C}" sibTransId="{ED01277F-F5E6-48AE-8D88-1A789F95350A}"/>
    <dgm:cxn modelId="{278CCEF6-3EF9-44DC-B3AF-2A1A242219BD}" type="presOf" srcId="{0F613527-C51E-4985-8E5F-3D78A92AF2B6}" destId="{CC36015E-9985-4E8C-A2BD-D987C5E55594}" srcOrd="0" destOrd="0" presId="urn:microsoft.com/office/officeart/2018/2/layout/IconLabelList"/>
    <dgm:cxn modelId="{3EC6F05B-D00A-4EBF-8C02-9DE4211683DE}" type="presParOf" srcId="{29B3C5AC-ABD7-43AC-BA0D-A80EE8C6C2E7}" destId="{4ED968CF-C642-46AC-85F7-F179D57BCC11}" srcOrd="0" destOrd="0" presId="urn:microsoft.com/office/officeart/2018/2/layout/IconLabelList"/>
    <dgm:cxn modelId="{EC71AA74-7D6E-4AA2-A1D1-9C9C995A2DDE}" type="presParOf" srcId="{4ED968CF-C642-46AC-85F7-F179D57BCC11}" destId="{A312E60C-846F-4FF9-B467-0D42552348D0}" srcOrd="0" destOrd="0" presId="urn:microsoft.com/office/officeart/2018/2/layout/IconLabelList"/>
    <dgm:cxn modelId="{C12F7028-1332-4271-9414-7924442ADF26}" type="presParOf" srcId="{4ED968CF-C642-46AC-85F7-F179D57BCC11}" destId="{B369193D-4C5D-4ED2-BF58-4F71B4CF274E}" srcOrd="1" destOrd="0" presId="urn:microsoft.com/office/officeart/2018/2/layout/IconLabelList"/>
    <dgm:cxn modelId="{327D37AF-C645-4BDD-97DF-834CD0FDC433}" type="presParOf" srcId="{4ED968CF-C642-46AC-85F7-F179D57BCC11}" destId="{CC36015E-9985-4E8C-A2BD-D987C5E55594}" srcOrd="2" destOrd="0" presId="urn:microsoft.com/office/officeart/2018/2/layout/IconLabelList"/>
    <dgm:cxn modelId="{ACAC44E5-ECE4-4D6D-8361-9F8909BF84B6}" type="presParOf" srcId="{29B3C5AC-ABD7-43AC-BA0D-A80EE8C6C2E7}" destId="{DA93F27A-D689-4F5E-878B-158A78CE981F}" srcOrd="1" destOrd="0" presId="urn:microsoft.com/office/officeart/2018/2/layout/IconLabelList"/>
    <dgm:cxn modelId="{468666A4-8CE8-44AF-9077-1CB7BD113537}" type="presParOf" srcId="{29B3C5AC-ABD7-43AC-BA0D-A80EE8C6C2E7}" destId="{A0F77F65-DD7C-4C82-8B1D-33DF935F8A91}" srcOrd="2" destOrd="0" presId="urn:microsoft.com/office/officeart/2018/2/layout/IconLabelList"/>
    <dgm:cxn modelId="{923E7907-13D0-4950-9D42-7D7FCDB24A1F}" type="presParOf" srcId="{A0F77F65-DD7C-4C82-8B1D-33DF935F8A91}" destId="{46864223-626E-4396-8445-CCA788201271}" srcOrd="0" destOrd="0" presId="urn:microsoft.com/office/officeart/2018/2/layout/IconLabelList"/>
    <dgm:cxn modelId="{C39FF1A8-A623-411A-9B19-39F5B5E0A3F4}" type="presParOf" srcId="{A0F77F65-DD7C-4C82-8B1D-33DF935F8A91}" destId="{6DEB4832-82A0-4D91-BE10-6A1501317F67}" srcOrd="1" destOrd="0" presId="urn:microsoft.com/office/officeart/2018/2/layout/IconLabelList"/>
    <dgm:cxn modelId="{68A6FD36-ABD5-4018-90C1-EA0C350B5C6C}" type="presParOf" srcId="{A0F77F65-DD7C-4C82-8B1D-33DF935F8A91}" destId="{7226F0A4-5B40-440A-AE08-E4451AC10CC9}" srcOrd="2" destOrd="0" presId="urn:microsoft.com/office/officeart/2018/2/layout/IconLabelList"/>
    <dgm:cxn modelId="{FA0326B1-74DF-40E7-ADD1-F76746BFCF8F}" type="presParOf" srcId="{29B3C5AC-ABD7-43AC-BA0D-A80EE8C6C2E7}" destId="{F1F74A85-D11D-4F1D-8540-850DEF437E10}" srcOrd="3" destOrd="0" presId="urn:microsoft.com/office/officeart/2018/2/layout/IconLabelList"/>
    <dgm:cxn modelId="{9149A48A-4890-4714-81B6-D047A83C47BA}" type="presParOf" srcId="{29B3C5AC-ABD7-43AC-BA0D-A80EE8C6C2E7}" destId="{9362A8AE-9158-4A13-A8CE-E22BA4ADE744}" srcOrd="4" destOrd="0" presId="urn:microsoft.com/office/officeart/2018/2/layout/IconLabelList"/>
    <dgm:cxn modelId="{6C4DF089-5BBD-43EE-8067-693E267D4B31}" type="presParOf" srcId="{9362A8AE-9158-4A13-A8CE-E22BA4ADE744}" destId="{8ED93078-7AAD-4D0D-A2AB-E62077BAACE4}" srcOrd="0" destOrd="0" presId="urn:microsoft.com/office/officeart/2018/2/layout/IconLabelList"/>
    <dgm:cxn modelId="{9D6A9DC4-55D1-42C4-8F9E-65D218FFA642}" type="presParOf" srcId="{9362A8AE-9158-4A13-A8CE-E22BA4ADE744}" destId="{BFC2147F-D9FA-41AD-ABF2-5E7A8C3743F2}" srcOrd="1" destOrd="0" presId="urn:microsoft.com/office/officeart/2018/2/layout/IconLabelList"/>
    <dgm:cxn modelId="{D43A6B7F-1371-4006-B403-38BCDE15F210}" type="presParOf" srcId="{9362A8AE-9158-4A13-A8CE-E22BA4ADE744}" destId="{89EEFF57-C7B6-493C-A36A-775ED78AF11A}" srcOrd="2" destOrd="0" presId="urn:microsoft.com/office/officeart/2018/2/layout/IconLabelList"/>
    <dgm:cxn modelId="{51E983F5-7F9E-405B-A1E7-B67FA63115CE}" type="presParOf" srcId="{29B3C5AC-ABD7-43AC-BA0D-A80EE8C6C2E7}" destId="{DB3836FD-73E3-44B7-A704-214BF3F75716}" srcOrd="5" destOrd="0" presId="urn:microsoft.com/office/officeart/2018/2/layout/IconLabelList"/>
    <dgm:cxn modelId="{5877AC14-6560-46BF-A3FF-FBDF38F97563}" type="presParOf" srcId="{29B3C5AC-ABD7-43AC-BA0D-A80EE8C6C2E7}" destId="{F2511908-F9C8-4613-AF25-1EDD08069F68}" srcOrd="6" destOrd="0" presId="urn:microsoft.com/office/officeart/2018/2/layout/IconLabelList"/>
    <dgm:cxn modelId="{2E087C90-9F2D-49B5-99BA-60DC698A2F12}" type="presParOf" srcId="{F2511908-F9C8-4613-AF25-1EDD08069F68}" destId="{5C90BAED-16FD-45D0-9AC6-C414CBA9E318}" srcOrd="0" destOrd="0" presId="urn:microsoft.com/office/officeart/2018/2/layout/IconLabelList"/>
    <dgm:cxn modelId="{F8EB816D-E31E-45F3-A009-569E7FBD5D6F}" type="presParOf" srcId="{F2511908-F9C8-4613-AF25-1EDD08069F68}" destId="{83EC02A2-C0ED-427C-9615-8C0D1A9CF67A}" srcOrd="1" destOrd="0" presId="urn:microsoft.com/office/officeart/2018/2/layout/IconLabelList"/>
    <dgm:cxn modelId="{10D9657B-6FDB-4226-A538-4AF13D2CB420}" type="presParOf" srcId="{F2511908-F9C8-4613-AF25-1EDD08069F68}" destId="{9BC448FC-DAC1-4F79-BECD-D48180CFC951}" srcOrd="2" destOrd="0" presId="urn:microsoft.com/office/officeart/2018/2/layout/IconLabelList"/>
    <dgm:cxn modelId="{48AB173E-787E-4C8C-BA2A-84FA32197DFA}" type="presParOf" srcId="{29B3C5AC-ABD7-43AC-BA0D-A80EE8C6C2E7}" destId="{DA24C431-E472-4EE7-B4A4-BC358EF757DB}" srcOrd="7" destOrd="0" presId="urn:microsoft.com/office/officeart/2018/2/layout/IconLabelList"/>
    <dgm:cxn modelId="{2FCEEA7F-BC7F-448E-813A-D85EE0BB3A72}" type="presParOf" srcId="{29B3C5AC-ABD7-43AC-BA0D-A80EE8C6C2E7}" destId="{658692C0-0309-474F-ACF9-7C1CBBF03AA5}" srcOrd="8" destOrd="0" presId="urn:microsoft.com/office/officeart/2018/2/layout/IconLabelList"/>
    <dgm:cxn modelId="{80D48E76-801D-4EA8-8D85-DFD5E42D186B}" type="presParOf" srcId="{658692C0-0309-474F-ACF9-7C1CBBF03AA5}" destId="{305A62CC-474F-4C33-8DCD-3B32ADF25A54}" srcOrd="0" destOrd="0" presId="urn:microsoft.com/office/officeart/2018/2/layout/IconLabelList"/>
    <dgm:cxn modelId="{49894F56-B163-44AC-861F-09EFC8D4B4F5}" type="presParOf" srcId="{658692C0-0309-474F-ACF9-7C1CBBF03AA5}" destId="{20F0037A-F207-42F8-B750-B19CEC607A10}" srcOrd="1" destOrd="0" presId="urn:microsoft.com/office/officeart/2018/2/layout/IconLabelList"/>
    <dgm:cxn modelId="{0751296F-633F-418A-AA1E-5B8097D96D63}" type="presParOf" srcId="{658692C0-0309-474F-ACF9-7C1CBBF03AA5}" destId="{BB5CFE23-6D02-45DD-B644-B98D629F9444}" srcOrd="2" destOrd="0" presId="urn:microsoft.com/office/officeart/2018/2/layout/IconLabelList"/>
    <dgm:cxn modelId="{6738E885-FDBD-413A-B1E7-E205AC253040}" type="presParOf" srcId="{29B3C5AC-ABD7-43AC-BA0D-A80EE8C6C2E7}" destId="{E8AA4606-AB82-4917-8638-0F34D0569A46}" srcOrd="9" destOrd="0" presId="urn:microsoft.com/office/officeart/2018/2/layout/IconLabelList"/>
    <dgm:cxn modelId="{01E34B00-17C0-4ED6-8769-62E72A8DF731}" type="presParOf" srcId="{29B3C5AC-ABD7-43AC-BA0D-A80EE8C6C2E7}" destId="{FD361C04-C967-4D68-A7ED-EEC05F2B12FB}" srcOrd="10" destOrd="0" presId="urn:microsoft.com/office/officeart/2018/2/layout/IconLabelList"/>
    <dgm:cxn modelId="{3ECEC0CC-CBF8-4A90-A116-4545BDDD2F76}" type="presParOf" srcId="{FD361C04-C967-4D68-A7ED-EEC05F2B12FB}" destId="{5FAC5764-7AAB-479A-B762-86792F0D8A59}" srcOrd="0" destOrd="0" presId="urn:microsoft.com/office/officeart/2018/2/layout/IconLabelList"/>
    <dgm:cxn modelId="{588D9F29-8C8B-4070-BC7C-2DA076341813}" type="presParOf" srcId="{FD361C04-C967-4D68-A7ED-EEC05F2B12FB}" destId="{CF1431F0-5ACF-4D8C-B5CF-4AA4B07CDC6F}" srcOrd="1" destOrd="0" presId="urn:microsoft.com/office/officeart/2018/2/layout/IconLabelList"/>
    <dgm:cxn modelId="{513C7869-52CA-4353-A5A4-FF4A7B97B1B6}" type="presParOf" srcId="{FD361C04-C967-4D68-A7ED-EEC05F2B12FB}" destId="{A20AE187-ECA3-4405-9420-F8AF3BE5814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58AA36-69BD-412D-8760-8F5AB490A835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0E3AD7-741A-4725-B91C-21FC2D5525A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🧠 Customer Intelligence &amp; Personalization</a:t>
          </a:r>
        </a:p>
      </dgm:t>
    </dgm:pt>
    <dgm:pt modelId="{11B8C1E1-9643-40DA-984A-22736A50E8AE}" type="parTrans" cxnId="{7A45B279-3DCF-4CBB-BFB2-A20D76D4309F}">
      <dgm:prSet/>
      <dgm:spPr/>
      <dgm:t>
        <a:bodyPr/>
        <a:lstStyle/>
        <a:p>
          <a:endParaRPr lang="en-US"/>
        </a:p>
      </dgm:t>
    </dgm:pt>
    <dgm:pt modelId="{98C122D7-3F9A-4EAC-8B04-E3D32A60B1ED}" type="sibTrans" cxnId="{7A45B279-3DCF-4CBB-BFB2-A20D76D4309F}">
      <dgm:prSet/>
      <dgm:spPr/>
      <dgm:t>
        <a:bodyPr/>
        <a:lstStyle/>
        <a:p>
          <a:endParaRPr lang="en-US"/>
        </a:p>
      </dgm:t>
    </dgm:pt>
    <dgm:pt modelId="{EF2FD6B6-F33E-4919-BFBB-D8A659F87E6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Predicts customer churn using behavioral patterns</a:t>
          </a:r>
        </a:p>
      </dgm:t>
    </dgm:pt>
    <dgm:pt modelId="{361FA0B0-4773-48AF-95AF-1B8727C79921}" type="parTrans" cxnId="{18554689-2CE9-4280-B112-49A044169BAA}">
      <dgm:prSet/>
      <dgm:spPr/>
      <dgm:t>
        <a:bodyPr/>
        <a:lstStyle/>
        <a:p>
          <a:endParaRPr lang="en-US"/>
        </a:p>
      </dgm:t>
    </dgm:pt>
    <dgm:pt modelId="{8690A038-2608-4230-AD73-FCDBB0E3E096}" type="sibTrans" cxnId="{18554689-2CE9-4280-B112-49A044169BAA}">
      <dgm:prSet/>
      <dgm:spPr/>
      <dgm:t>
        <a:bodyPr/>
        <a:lstStyle/>
        <a:p>
          <a:endParaRPr lang="en-US"/>
        </a:p>
      </dgm:t>
    </dgm:pt>
    <dgm:pt modelId="{94E7D0DC-F79F-4319-BA7D-C88BC1BC800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Recommends products for cross-selling &amp; upselling</a:t>
          </a:r>
        </a:p>
      </dgm:t>
    </dgm:pt>
    <dgm:pt modelId="{99BAEBAE-9992-41CF-AF0A-7A80AD345695}" type="parTrans" cxnId="{FE14DBAA-D683-465F-A2F5-642E6B2EDAFF}">
      <dgm:prSet/>
      <dgm:spPr/>
      <dgm:t>
        <a:bodyPr/>
        <a:lstStyle/>
        <a:p>
          <a:endParaRPr lang="en-US"/>
        </a:p>
      </dgm:t>
    </dgm:pt>
    <dgm:pt modelId="{A88987DD-156A-4FCB-A55F-06D87E668741}" type="sibTrans" cxnId="{FE14DBAA-D683-465F-A2F5-642E6B2EDAFF}">
      <dgm:prSet/>
      <dgm:spPr/>
      <dgm:t>
        <a:bodyPr/>
        <a:lstStyle/>
        <a:p>
          <a:endParaRPr lang="en-US"/>
        </a:p>
      </dgm:t>
    </dgm:pt>
    <dgm:pt modelId="{2932B370-8A4C-48BB-A6AF-58CB3351F14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Enhances customer lifetime value (LTV) and engagement</a:t>
          </a:r>
        </a:p>
      </dgm:t>
    </dgm:pt>
    <dgm:pt modelId="{B095DF84-3D60-41E2-B1F1-46C9592B3735}" type="parTrans" cxnId="{3FB73FDE-644D-4A9C-8D31-8ECBE5D7E4A6}">
      <dgm:prSet/>
      <dgm:spPr/>
      <dgm:t>
        <a:bodyPr/>
        <a:lstStyle/>
        <a:p>
          <a:endParaRPr lang="en-US"/>
        </a:p>
      </dgm:t>
    </dgm:pt>
    <dgm:pt modelId="{B0B4F300-A447-4C1A-8559-6AD727C6517F}" type="sibTrans" cxnId="{3FB73FDE-644D-4A9C-8D31-8ECBE5D7E4A6}">
      <dgm:prSet/>
      <dgm:spPr/>
      <dgm:t>
        <a:bodyPr/>
        <a:lstStyle/>
        <a:p>
          <a:endParaRPr lang="en-US"/>
        </a:p>
      </dgm:t>
    </dgm:pt>
    <dgm:pt modelId="{A401A4A8-2C8C-4159-8CDC-65921090512F}" type="pres">
      <dgm:prSet presAssocID="{A658AA36-69BD-412D-8760-8F5AB490A835}" presName="root" presStyleCnt="0">
        <dgm:presLayoutVars>
          <dgm:dir/>
          <dgm:resizeHandles val="exact"/>
        </dgm:presLayoutVars>
      </dgm:prSet>
      <dgm:spPr/>
    </dgm:pt>
    <dgm:pt modelId="{BCF8E374-A6B4-40DF-8791-AFD288018E9C}" type="pres">
      <dgm:prSet presAssocID="{350E3AD7-741A-4725-B91C-21FC2D5525AF}" presName="compNode" presStyleCnt="0"/>
      <dgm:spPr/>
    </dgm:pt>
    <dgm:pt modelId="{6F8555E3-63FE-44FE-B0FB-D701517A0DFA}" type="pres">
      <dgm:prSet presAssocID="{350E3AD7-741A-4725-B91C-21FC2D5525AF}" presName="iconBgRect" presStyleLbl="bgShp" presStyleIdx="0" presStyleCnt="4"/>
      <dgm:spPr/>
    </dgm:pt>
    <dgm:pt modelId="{BC4F65EA-AD97-4423-AFF1-F44856ED2A2F}" type="pres">
      <dgm:prSet presAssocID="{350E3AD7-741A-4725-B91C-21FC2D5525A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7FB42DE-BB99-4CB2-9C9E-EF5B39955304}" type="pres">
      <dgm:prSet presAssocID="{350E3AD7-741A-4725-B91C-21FC2D5525AF}" presName="spaceRect" presStyleCnt="0"/>
      <dgm:spPr/>
    </dgm:pt>
    <dgm:pt modelId="{60C89D37-6AF9-4BCA-B03F-04425908E9C6}" type="pres">
      <dgm:prSet presAssocID="{350E3AD7-741A-4725-B91C-21FC2D5525AF}" presName="textRect" presStyleLbl="revTx" presStyleIdx="0" presStyleCnt="4">
        <dgm:presLayoutVars>
          <dgm:chMax val="1"/>
          <dgm:chPref val="1"/>
        </dgm:presLayoutVars>
      </dgm:prSet>
      <dgm:spPr/>
    </dgm:pt>
    <dgm:pt modelId="{D1FB81CA-8550-45B6-917C-A790AD1D4418}" type="pres">
      <dgm:prSet presAssocID="{98C122D7-3F9A-4EAC-8B04-E3D32A60B1ED}" presName="sibTrans" presStyleCnt="0"/>
      <dgm:spPr/>
    </dgm:pt>
    <dgm:pt modelId="{AC5A35EB-6562-4182-AE14-4589E15FFECB}" type="pres">
      <dgm:prSet presAssocID="{EF2FD6B6-F33E-4919-BFBB-D8A659F87E6B}" presName="compNode" presStyleCnt="0"/>
      <dgm:spPr/>
    </dgm:pt>
    <dgm:pt modelId="{55EA0BF0-79F6-4F6A-B328-AEEE825F5660}" type="pres">
      <dgm:prSet presAssocID="{EF2FD6B6-F33E-4919-BFBB-D8A659F87E6B}" presName="iconBgRect" presStyleLbl="bgShp" presStyleIdx="1" presStyleCnt="4"/>
      <dgm:spPr/>
    </dgm:pt>
    <dgm:pt modelId="{85A12DF6-292D-4597-AE8B-4CBB0BCBA42F}" type="pres">
      <dgm:prSet presAssocID="{EF2FD6B6-F33E-4919-BFBB-D8A659F87E6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9F22938-76A3-4A6F-9273-FF3D0B617E9C}" type="pres">
      <dgm:prSet presAssocID="{EF2FD6B6-F33E-4919-BFBB-D8A659F87E6B}" presName="spaceRect" presStyleCnt="0"/>
      <dgm:spPr/>
    </dgm:pt>
    <dgm:pt modelId="{12E4803E-E492-4DE7-BD5D-E655BC70E365}" type="pres">
      <dgm:prSet presAssocID="{EF2FD6B6-F33E-4919-BFBB-D8A659F87E6B}" presName="textRect" presStyleLbl="revTx" presStyleIdx="1" presStyleCnt="4">
        <dgm:presLayoutVars>
          <dgm:chMax val="1"/>
          <dgm:chPref val="1"/>
        </dgm:presLayoutVars>
      </dgm:prSet>
      <dgm:spPr/>
    </dgm:pt>
    <dgm:pt modelId="{ED2770C3-5640-479F-9495-8F7B84D88028}" type="pres">
      <dgm:prSet presAssocID="{8690A038-2608-4230-AD73-FCDBB0E3E096}" presName="sibTrans" presStyleCnt="0"/>
      <dgm:spPr/>
    </dgm:pt>
    <dgm:pt modelId="{BDC521BB-F4F8-4CBB-8438-969D7E68FFC9}" type="pres">
      <dgm:prSet presAssocID="{94E7D0DC-F79F-4319-BA7D-C88BC1BC800D}" presName="compNode" presStyleCnt="0"/>
      <dgm:spPr/>
    </dgm:pt>
    <dgm:pt modelId="{354D3A4B-B5C0-4572-89E6-B340FA7C9A58}" type="pres">
      <dgm:prSet presAssocID="{94E7D0DC-F79F-4319-BA7D-C88BC1BC800D}" presName="iconBgRect" presStyleLbl="bgShp" presStyleIdx="2" presStyleCnt="4"/>
      <dgm:spPr/>
    </dgm:pt>
    <dgm:pt modelId="{4B88C25B-2D96-45F0-8445-0F16AB843048}" type="pres">
      <dgm:prSet presAssocID="{94E7D0DC-F79F-4319-BA7D-C88BC1BC800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thpaste"/>
        </a:ext>
      </dgm:extLst>
    </dgm:pt>
    <dgm:pt modelId="{4A023643-2E61-4C3C-A969-C4F89AFA68D6}" type="pres">
      <dgm:prSet presAssocID="{94E7D0DC-F79F-4319-BA7D-C88BC1BC800D}" presName="spaceRect" presStyleCnt="0"/>
      <dgm:spPr/>
    </dgm:pt>
    <dgm:pt modelId="{BD0035A5-E004-4D94-B0A0-4CEADE60DF3C}" type="pres">
      <dgm:prSet presAssocID="{94E7D0DC-F79F-4319-BA7D-C88BC1BC800D}" presName="textRect" presStyleLbl="revTx" presStyleIdx="2" presStyleCnt="4">
        <dgm:presLayoutVars>
          <dgm:chMax val="1"/>
          <dgm:chPref val="1"/>
        </dgm:presLayoutVars>
      </dgm:prSet>
      <dgm:spPr/>
    </dgm:pt>
    <dgm:pt modelId="{516402E1-DCBD-4881-9D4B-456C6248050F}" type="pres">
      <dgm:prSet presAssocID="{A88987DD-156A-4FCB-A55F-06D87E668741}" presName="sibTrans" presStyleCnt="0"/>
      <dgm:spPr/>
    </dgm:pt>
    <dgm:pt modelId="{86A92277-F46B-44BF-815D-502121685EA1}" type="pres">
      <dgm:prSet presAssocID="{2932B370-8A4C-48BB-A6AF-58CB3351F14B}" presName="compNode" presStyleCnt="0"/>
      <dgm:spPr/>
    </dgm:pt>
    <dgm:pt modelId="{EB0B10E2-10B0-428D-99D0-66A5E3483116}" type="pres">
      <dgm:prSet presAssocID="{2932B370-8A4C-48BB-A6AF-58CB3351F14B}" presName="iconBgRect" presStyleLbl="bgShp" presStyleIdx="3" presStyleCnt="4"/>
      <dgm:spPr/>
    </dgm:pt>
    <dgm:pt modelId="{E565F4B8-182A-45D4-9BE4-1DED5D258599}" type="pres">
      <dgm:prSet presAssocID="{2932B370-8A4C-48BB-A6AF-58CB3351F14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85BF8FFD-9AF8-4B41-9C7D-6F42A7E30EB7}" type="pres">
      <dgm:prSet presAssocID="{2932B370-8A4C-48BB-A6AF-58CB3351F14B}" presName="spaceRect" presStyleCnt="0"/>
      <dgm:spPr/>
    </dgm:pt>
    <dgm:pt modelId="{7DD1AC24-1399-415E-9403-32CB1FFAE798}" type="pres">
      <dgm:prSet presAssocID="{2932B370-8A4C-48BB-A6AF-58CB3351F14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8697D41-3961-4716-BFD8-4E6CDDD23D27}" type="presOf" srcId="{A658AA36-69BD-412D-8760-8F5AB490A835}" destId="{A401A4A8-2C8C-4159-8CDC-65921090512F}" srcOrd="0" destOrd="0" presId="urn:microsoft.com/office/officeart/2018/5/layout/IconCircleLabelList"/>
    <dgm:cxn modelId="{7A45B279-3DCF-4CBB-BFB2-A20D76D4309F}" srcId="{A658AA36-69BD-412D-8760-8F5AB490A835}" destId="{350E3AD7-741A-4725-B91C-21FC2D5525AF}" srcOrd="0" destOrd="0" parTransId="{11B8C1E1-9643-40DA-984A-22736A50E8AE}" sibTransId="{98C122D7-3F9A-4EAC-8B04-E3D32A60B1ED}"/>
    <dgm:cxn modelId="{37F6C579-0AF0-40AB-A31A-FE0CF3FF63C5}" type="presOf" srcId="{350E3AD7-741A-4725-B91C-21FC2D5525AF}" destId="{60C89D37-6AF9-4BCA-B03F-04425908E9C6}" srcOrd="0" destOrd="0" presId="urn:microsoft.com/office/officeart/2018/5/layout/IconCircleLabelList"/>
    <dgm:cxn modelId="{18554689-2CE9-4280-B112-49A044169BAA}" srcId="{A658AA36-69BD-412D-8760-8F5AB490A835}" destId="{EF2FD6B6-F33E-4919-BFBB-D8A659F87E6B}" srcOrd="1" destOrd="0" parTransId="{361FA0B0-4773-48AF-95AF-1B8727C79921}" sibTransId="{8690A038-2608-4230-AD73-FCDBB0E3E096}"/>
    <dgm:cxn modelId="{290E4797-9C61-480B-AB9A-C81A64CA81A8}" type="presOf" srcId="{2932B370-8A4C-48BB-A6AF-58CB3351F14B}" destId="{7DD1AC24-1399-415E-9403-32CB1FFAE798}" srcOrd="0" destOrd="0" presId="urn:microsoft.com/office/officeart/2018/5/layout/IconCircleLabelList"/>
    <dgm:cxn modelId="{FCBC76A5-2789-47B5-9EF0-21EB75AD0821}" type="presOf" srcId="{94E7D0DC-F79F-4319-BA7D-C88BC1BC800D}" destId="{BD0035A5-E004-4D94-B0A0-4CEADE60DF3C}" srcOrd="0" destOrd="0" presId="urn:microsoft.com/office/officeart/2018/5/layout/IconCircleLabelList"/>
    <dgm:cxn modelId="{FE14DBAA-D683-465F-A2F5-642E6B2EDAFF}" srcId="{A658AA36-69BD-412D-8760-8F5AB490A835}" destId="{94E7D0DC-F79F-4319-BA7D-C88BC1BC800D}" srcOrd="2" destOrd="0" parTransId="{99BAEBAE-9992-41CF-AF0A-7A80AD345695}" sibTransId="{A88987DD-156A-4FCB-A55F-06D87E668741}"/>
    <dgm:cxn modelId="{D620FBC1-5014-47D1-A375-C161763A54A5}" type="presOf" srcId="{EF2FD6B6-F33E-4919-BFBB-D8A659F87E6B}" destId="{12E4803E-E492-4DE7-BD5D-E655BC70E365}" srcOrd="0" destOrd="0" presId="urn:microsoft.com/office/officeart/2018/5/layout/IconCircleLabelList"/>
    <dgm:cxn modelId="{3FB73FDE-644D-4A9C-8D31-8ECBE5D7E4A6}" srcId="{A658AA36-69BD-412D-8760-8F5AB490A835}" destId="{2932B370-8A4C-48BB-A6AF-58CB3351F14B}" srcOrd="3" destOrd="0" parTransId="{B095DF84-3D60-41E2-B1F1-46C9592B3735}" sibTransId="{B0B4F300-A447-4C1A-8559-6AD727C6517F}"/>
    <dgm:cxn modelId="{56C8F500-4D45-4E42-84BF-0EA32915D404}" type="presParOf" srcId="{A401A4A8-2C8C-4159-8CDC-65921090512F}" destId="{BCF8E374-A6B4-40DF-8791-AFD288018E9C}" srcOrd="0" destOrd="0" presId="urn:microsoft.com/office/officeart/2018/5/layout/IconCircleLabelList"/>
    <dgm:cxn modelId="{35C501B2-8FF2-4979-8260-45C55FE3B4E3}" type="presParOf" srcId="{BCF8E374-A6B4-40DF-8791-AFD288018E9C}" destId="{6F8555E3-63FE-44FE-B0FB-D701517A0DFA}" srcOrd="0" destOrd="0" presId="urn:microsoft.com/office/officeart/2018/5/layout/IconCircleLabelList"/>
    <dgm:cxn modelId="{7AAE766C-2B29-4348-A9EA-56883371F7CD}" type="presParOf" srcId="{BCF8E374-A6B4-40DF-8791-AFD288018E9C}" destId="{BC4F65EA-AD97-4423-AFF1-F44856ED2A2F}" srcOrd="1" destOrd="0" presId="urn:microsoft.com/office/officeart/2018/5/layout/IconCircleLabelList"/>
    <dgm:cxn modelId="{6421393B-B021-41B3-B233-FBC48F84D84A}" type="presParOf" srcId="{BCF8E374-A6B4-40DF-8791-AFD288018E9C}" destId="{E7FB42DE-BB99-4CB2-9C9E-EF5B39955304}" srcOrd="2" destOrd="0" presId="urn:microsoft.com/office/officeart/2018/5/layout/IconCircleLabelList"/>
    <dgm:cxn modelId="{91C72A2C-2556-4F4F-8A6D-7E05B75F1469}" type="presParOf" srcId="{BCF8E374-A6B4-40DF-8791-AFD288018E9C}" destId="{60C89D37-6AF9-4BCA-B03F-04425908E9C6}" srcOrd="3" destOrd="0" presId="urn:microsoft.com/office/officeart/2018/5/layout/IconCircleLabelList"/>
    <dgm:cxn modelId="{9ED199E1-3ECA-4DF3-BF79-5B20FF5DC84D}" type="presParOf" srcId="{A401A4A8-2C8C-4159-8CDC-65921090512F}" destId="{D1FB81CA-8550-45B6-917C-A790AD1D4418}" srcOrd="1" destOrd="0" presId="urn:microsoft.com/office/officeart/2018/5/layout/IconCircleLabelList"/>
    <dgm:cxn modelId="{87559582-2617-4E33-967C-140250095BF7}" type="presParOf" srcId="{A401A4A8-2C8C-4159-8CDC-65921090512F}" destId="{AC5A35EB-6562-4182-AE14-4589E15FFECB}" srcOrd="2" destOrd="0" presId="urn:microsoft.com/office/officeart/2018/5/layout/IconCircleLabelList"/>
    <dgm:cxn modelId="{CD637711-3BD9-4083-8EA6-2DE60921B4E5}" type="presParOf" srcId="{AC5A35EB-6562-4182-AE14-4589E15FFECB}" destId="{55EA0BF0-79F6-4F6A-B328-AEEE825F5660}" srcOrd="0" destOrd="0" presId="urn:microsoft.com/office/officeart/2018/5/layout/IconCircleLabelList"/>
    <dgm:cxn modelId="{F1E78F4C-C431-47CD-AF84-38F50CBA67C4}" type="presParOf" srcId="{AC5A35EB-6562-4182-AE14-4589E15FFECB}" destId="{85A12DF6-292D-4597-AE8B-4CBB0BCBA42F}" srcOrd="1" destOrd="0" presId="urn:microsoft.com/office/officeart/2018/5/layout/IconCircleLabelList"/>
    <dgm:cxn modelId="{0A7B467B-0E25-4BAC-B154-82D829053382}" type="presParOf" srcId="{AC5A35EB-6562-4182-AE14-4589E15FFECB}" destId="{99F22938-76A3-4A6F-9273-FF3D0B617E9C}" srcOrd="2" destOrd="0" presId="urn:microsoft.com/office/officeart/2018/5/layout/IconCircleLabelList"/>
    <dgm:cxn modelId="{7D89A6DC-50DB-4362-882C-F19B3AA77694}" type="presParOf" srcId="{AC5A35EB-6562-4182-AE14-4589E15FFECB}" destId="{12E4803E-E492-4DE7-BD5D-E655BC70E365}" srcOrd="3" destOrd="0" presId="urn:microsoft.com/office/officeart/2018/5/layout/IconCircleLabelList"/>
    <dgm:cxn modelId="{9306C907-011E-485B-84D2-04455C26DA11}" type="presParOf" srcId="{A401A4A8-2C8C-4159-8CDC-65921090512F}" destId="{ED2770C3-5640-479F-9495-8F7B84D88028}" srcOrd="3" destOrd="0" presId="urn:microsoft.com/office/officeart/2018/5/layout/IconCircleLabelList"/>
    <dgm:cxn modelId="{9ADE9AE0-0623-4BCA-BEB2-9C2317CDA2B9}" type="presParOf" srcId="{A401A4A8-2C8C-4159-8CDC-65921090512F}" destId="{BDC521BB-F4F8-4CBB-8438-969D7E68FFC9}" srcOrd="4" destOrd="0" presId="urn:microsoft.com/office/officeart/2018/5/layout/IconCircleLabelList"/>
    <dgm:cxn modelId="{3830A7F5-6A70-4C5D-B4A7-DC3AD0174F38}" type="presParOf" srcId="{BDC521BB-F4F8-4CBB-8438-969D7E68FFC9}" destId="{354D3A4B-B5C0-4572-89E6-B340FA7C9A58}" srcOrd="0" destOrd="0" presId="urn:microsoft.com/office/officeart/2018/5/layout/IconCircleLabelList"/>
    <dgm:cxn modelId="{9FE94C4B-9E16-42EF-8475-B7587DF04888}" type="presParOf" srcId="{BDC521BB-F4F8-4CBB-8438-969D7E68FFC9}" destId="{4B88C25B-2D96-45F0-8445-0F16AB843048}" srcOrd="1" destOrd="0" presId="urn:microsoft.com/office/officeart/2018/5/layout/IconCircleLabelList"/>
    <dgm:cxn modelId="{A72307AB-ABDB-4C3E-A8CD-9EA81B5D1F48}" type="presParOf" srcId="{BDC521BB-F4F8-4CBB-8438-969D7E68FFC9}" destId="{4A023643-2E61-4C3C-A969-C4F89AFA68D6}" srcOrd="2" destOrd="0" presId="urn:microsoft.com/office/officeart/2018/5/layout/IconCircleLabelList"/>
    <dgm:cxn modelId="{4B05C221-059E-44E3-9DFC-D6D7F3963AC8}" type="presParOf" srcId="{BDC521BB-F4F8-4CBB-8438-969D7E68FFC9}" destId="{BD0035A5-E004-4D94-B0A0-4CEADE60DF3C}" srcOrd="3" destOrd="0" presId="urn:microsoft.com/office/officeart/2018/5/layout/IconCircleLabelList"/>
    <dgm:cxn modelId="{5058DD66-BE96-4FEA-8CD7-19AAF0B00881}" type="presParOf" srcId="{A401A4A8-2C8C-4159-8CDC-65921090512F}" destId="{516402E1-DCBD-4881-9D4B-456C6248050F}" srcOrd="5" destOrd="0" presId="urn:microsoft.com/office/officeart/2018/5/layout/IconCircleLabelList"/>
    <dgm:cxn modelId="{E754C3B0-D9B7-42D2-888E-A9243CFABC79}" type="presParOf" srcId="{A401A4A8-2C8C-4159-8CDC-65921090512F}" destId="{86A92277-F46B-44BF-815D-502121685EA1}" srcOrd="6" destOrd="0" presId="urn:microsoft.com/office/officeart/2018/5/layout/IconCircleLabelList"/>
    <dgm:cxn modelId="{94B3B0A4-F021-479E-BF88-A027656232B9}" type="presParOf" srcId="{86A92277-F46B-44BF-815D-502121685EA1}" destId="{EB0B10E2-10B0-428D-99D0-66A5E3483116}" srcOrd="0" destOrd="0" presId="urn:microsoft.com/office/officeart/2018/5/layout/IconCircleLabelList"/>
    <dgm:cxn modelId="{1C14A860-ECF2-40D7-93F8-9A742872C946}" type="presParOf" srcId="{86A92277-F46B-44BF-815D-502121685EA1}" destId="{E565F4B8-182A-45D4-9BE4-1DED5D258599}" srcOrd="1" destOrd="0" presId="urn:microsoft.com/office/officeart/2018/5/layout/IconCircleLabelList"/>
    <dgm:cxn modelId="{82AB3174-4D7E-43F9-8493-64839E0A1123}" type="presParOf" srcId="{86A92277-F46B-44BF-815D-502121685EA1}" destId="{85BF8FFD-9AF8-4B41-9C7D-6F42A7E30EB7}" srcOrd="2" destOrd="0" presId="urn:microsoft.com/office/officeart/2018/5/layout/IconCircleLabelList"/>
    <dgm:cxn modelId="{A54464D3-5D41-48D6-AF60-DB505A18B141}" type="presParOf" srcId="{86A92277-F46B-44BF-815D-502121685EA1}" destId="{7DD1AC24-1399-415E-9403-32CB1FFAE79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B333A8-5A7C-4726-9776-BC1117E19709}">
      <dsp:nvSpPr>
        <dsp:cNvPr id="0" name=""/>
        <dsp:cNvSpPr/>
      </dsp:nvSpPr>
      <dsp:spPr>
        <a:xfrm>
          <a:off x="0" y="1610"/>
          <a:ext cx="4971603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5DDFBC-8B52-49B6-BBF9-C4F4A47D46EA}">
      <dsp:nvSpPr>
        <dsp:cNvPr id="0" name=""/>
        <dsp:cNvSpPr/>
      </dsp:nvSpPr>
      <dsp:spPr>
        <a:xfrm>
          <a:off x="207634" y="156049"/>
          <a:ext cx="377516" cy="3775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88A24-2863-466A-A5EF-3C133C489A82}">
      <dsp:nvSpPr>
        <dsp:cNvPr id="0" name=""/>
        <dsp:cNvSpPr/>
      </dsp:nvSpPr>
      <dsp:spPr>
        <a:xfrm>
          <a:off x="792785" y="1610"/>
          <a:ext cx="4178817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transactions (fact table)</a:t>
          </a:r>
        </a:p>
      </dsp:txBody>
      <dsp:txXfrm>
        <a:off x="792785" y="1610"/>
        <a:ext cx="4178817" cy="686394"/>
      </dsp:txXfrm>
    </dsp:sp>
    <dsp:sp modelId="{49BF740E-6AC9-4C42-8845-B005271736F1}">
      <dsp:nvSpPr>
        <dsp:cNvPr id="0" name=""/>
        <dsp:cNvSpPr/>
      </dsp:nvSpPr>
      <dsp:spPr>
        <a:xfrm>
          <a:off x="0" y="859603"/>
          <a:ext cx="4971603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2C845D-16B1-472C-93FB-181BC77A2F12}">
      <dsp:nvSpPr>
        <dsp:cNvPr id="0" name=""/>
        <dsp:cNvSpPr/>
      </dsp:nvSpPr>
      <dsp:spPr>
        <a:xfrm>
          <a:off x="207634" y="1014042"/>
          <a:ext cx="377516" cy="3775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7AF44A-104A-462A-8E28-277A7DFB852B}">
      <dsp:nvSpPr>
        <dsp:cNvPr id="0" name=""/>
        <dsp:cNvSpPr/>
      </dsp:nvSpPr>
      <dsp:spPr>
        <a:xfrm>
          <a:off x="792785" y="859603"/>
          <a:ext cx="4178817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maintable(merge all the data in one table)</a:t>
          </a:r>
        </a:p>
      </dsp:txBody>
      <dsp:txXfrm>
        <a:off x="792785" y="859603"/>
        <a:ext cx="4178817" cy="686394"/>
      </dsp:txXfrm>
    </dsp:sp>
    <dsp:sp modelId="{AD1E38FF-693E-423F-BC4A-EDF426AB962F}">
      <dsp:nvSpPr>
        <dsp:cNvPr id="0" name=""/>
        <dsp:cNvSpPr/>
      </dsp:nvSpPr>
      <dsp:spPr>
        <a:xfrm>
          <a:off x="0" y="1717596"/>
          <a:ext cx="4971603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6F7FF-404C-4B7E-B982-2633A8ACCDFE}">
      <dsp:nvSpPr>
        <dsp:cNvPr id="0" name=""/>
        <dsp:cNvSpPr/>
      </dsp:nvSpPr>
      <dsp:spPr>
        <a:xfrm>
          <a:off x="207634" y="1872035"/>
          <a:ext cx="377516" cy="3775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21D3F2-9413-4F65-AD5C-EBDF32570462}">
      <dsp:nvSpPr>
        <dsp:cNvPr id="0" name=""/>
        <dsp:cNvSpPr/>
      </dsp:nvSpPr>
      <dsp:spPr>
        <a:xfrm>
          <a:off x="792785" y="1717596"/>
          <a:ext cx="4178817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customers (dimension)</a:t>
          </a:r>
        </a:p>
      </dsp:txBody>
      <dsp:txXfrm>
        <a:off x="792785" y="1717596"/>
        <a:ext cx="4178817" cy="686394"/>
      </dsp:txXfrm>
    </dsp:sp>
    <dsp:sp modelId="{AA5C5495-AEFB-4331-A176-17A5A7032544}">
      <dsp:nvSpPr>
        <dsp:cNvPr id="0" name=""/>
        <dsp:cNvSpPr/>
      </dsp:nvSpPr>
      <dsp:spPr>
        <a:xfrm>
          <a:off x="0" y="2575589"/>
          <a:ext cx="4971603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DA43BC-0E6C-4162-A059-DA1122652ACE}">
      <dsp:nvSpPr>
        <dsp:cNvPr id="0" name=""/>
        <dsp:cNvSpPr/>
      </dsp:nvSpPr>
      <dsp:spPr>
        <a:xfrm>
          <a:off x="207634" y="2730028"/>
          <a:ext cx="377516" cy="3775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F1B518-A79E-4597-A2B6-DFD0DF22771D}">
      <dsp:nvSpPr>
        <dsp:cNvPr id="0" name=""/>
        <dsp:cNvSpPr/>
      </dsp:nvSpPr>
      <dsp:spPr>
        <a:xfrm>
          <a:off x="792785" y="2575589"/>
          <a:ext cx="4178817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products (dimension)</a:t>
          </a:r>
        </a:p>
      </dsp:txBody>
      <dsp:txXfrm>
        <a:off x="792785" y="2575589"/>
        <a:ext cx="4178817" cy="686394"/>
      </dsp:txXfrm>
    </dsp:sp>
    <dsp:sp modelId="{D63636C8-38A0-42A8-B4A1-B4FFE28CDCDF}">
      <dsp:nvSpPr>
        <dsp:cNvPr id="0" name=""/>
        <dsp:cNvSpPr/>
      </dsp:nvSpPr>
      <dsp:spPr>
        <a:xfrm>
          <a:off x="0" y="3433582"/>
          <a:ext cx="4971603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1A624B-B888-422E-95FC-4F3F69EB7E3A}">
      <dsp:nvSpPr>
        <dsp:cNvPr id="0" name=""/>
        <dsp:cNvSpPr/>
      </dsp:nvSpPr>
      <dsp:spPr>
        <a:xfrm>
          <a:off x="207634" y="3588021"/>
          <a:ext cx="377516" cy="3775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E28892-63B1-47A4-9EC5-A4C34ACE28ED}">
      <dsp:nvSpPr>
        <dsp:cNvPr id="0" name=""/>
        <dsp:cNvSpPr/>
      </dsp:nvSpPr>
      <dsp:spPr>
        <a:xfrm>
          <a:off x="792785" y="3433582"/>
          <a:ext cx="4178817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time_dimension (date analytics)</a:t>
          </a:r>
        </a:p>
      </dsp:txBody>
      <dsp:txXfrm>
        <a:off x="792785" y="3433582"/>
        <a:ext cx="4178817" cy="686394"/>
      </dsp:txXfrm>
    </dsp:sp>
    <dsp:sp modelId="{CFC65DA5-E5C8-42CB-9257-D14DB74F9E9B}">
      <dsp:nvSpPr>
        <dsp:cNvPr id="0" name=""/>
        <dsp:cNvSpPr/>
      </dsp:nvSpPr>
      <dsp:spPr>
        <a:xfrm>
          <a:off x="0" y="4291575"/>
          <a:ext cx="4971603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4CFDDA-2894-4C51-8986-BBD96D5F4B43}">
      <dsp:nvSpPr>
        <dsp:cNvPr id="0" name=""/>
        <dsp:cNvSpPr/>
      </dsp:nvSpPr>
      <dsp:spPr>
        <a:xfrm>
          <a:off x="207634" y="4446014"/>
          <a:ext cx="377516" cy="37751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B38D48-2AB6-4C4D-90CF-772F9448D96A}">
      <dsp:nvSpPr>
        <dsp:cNvPr id="0" name=""/>
        <dsp:cNvSpPr/>
      </dsp:nvSpPr>
      <dsp:spPr>
        <a:xfrm>
          <a:off x="792785" y="4291575"/>
          <a:ext cx="4178817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Optimized with indexing</a:t>
          </a:r>
        </a:p>
      </dsp:txBody>
      <dsp:txXfrm>
        <a:off x="792785" y="4291575"/>
        <a:ext cx="4178817" cy="6863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B62F7F-B91D-4D6C-B3E6-1123C81E057C}">
      <dsp:nvSpPr>
        <dsp:cNvPr id="0" name=""/>
        <dsp:cNvSpPr/>
      </dsp:nvSpPr>
      <dsp:spPr>
        <a:xfrm>
          <a:off x="0" y="0"/>
          <a:ext cx="5554471" cy="7368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Analyzes customer movement across product categories</a:t>
          </a:r>
        </a:p>
      </dsp:txBody>
      <dsp:txXfrm>
        <a:off x="21581" y="21581"/>
        <a:ext cx="4673169" cy="693664"/>
      </dsp:txXfrm>
    </dsp:sp>
    <dsp:sp modelId="{BF0ADE7A-B0BE-424C-931C-3F171F0AD900}">
      <dsp:nvSpPr>
        <dsp:cNvPr id="0" name=""/>
        <dsp:cNvSpPr/>
      </dsp:nvSpPr>
      <dsp:spPr>
        <a:xfrm>
          <a:off x="414782" y="839163"/>
          <a:ext cx="5554471" cy="736826"/>
        </a:xfrm>
        <a:prstGeom prst="roundRect">
          <a:avLst>
            <a:gd name="adj" fmla="val 10000"/>
          </a:avLst>
        </a:prstGeom>
        <a:solidFill>
          <a:schemeClr val="accent2">
            <a:hueOff val="9759"/>
            <a:satOff val="-6719"/>
            <a:lumOff val="-171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Analyzes customer movement across product categories</a:t>
          </a:r>
        </a:p>
      </dsp:txBody>
      <dsp:txXfrm>
        <a:off x="436363" y="860744"/>
        <a:ext cx="4617590" cy="693664"/>
      </dsp:txXfrm>
    </dsp:sp>
    <dsp:sp modelId="{C32524BD-A469-4D44-A05B-D1F97DE54C67}">
      <dsp:nvSpPr>
        <dsp:cNvPr id="0" name=""/>
        <dsp:cNvSpPr/>
      </dsp:nvSpPr>
      <dsp:spPr>
        <a:xfrm>
          <a:off x="829564" y="1678327"/>
          <a:ext cx="5554471" cy="736826"/>
        </a:xfrm>
        <a:prstGeom prst="roundRect">
          <a:avLst>
            <a:gd name="adj" fmla="val 10000"/>
          </a:avLst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Measures conversion from first-time buyers to repeat customers</a:t>
          </a:r>
        </a:p>
      </dsp:txBody>
      <dsp:txXfrm>
        <a:off x="851145" y="1699908"/>
        <a:ext cx="4617590" cy="693664"/>
      </dsp:txXfrm>
    </dsp:sp>
    <dsp:sp modelId="{69BCAF02-AE5E-4CB6-AE4C-6CA88BC91495}">
      <dsp:nvSpPr>
        <dsp:cNvPr id="0" name=""/>
        <dsp:cNvSpPr/>
      </dsp:nvSpPr>
      <dsp:spPr>
        <a:xfrm>
          <a:off x="1244346" y="2517491"/>
          <a:ext cx="5554471" cy="736826"/>
        </a:xfrm>
        <a:prstGeom prst="roundRect">
          <a:avLst>
            <a:gd name="adj" fmla="val 10000"/>
          </a:avLst>
        </a:prstGeom>
        <a:solidFill>
          <a:schemeClr val="accent2">
            <a:hueOff val="29278"/>
            <a:satOff val="-20157"/>
            <a:lumOff val="-514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Identifies drop-off points in customer lifecycle</a:t>
          </a:r>
        </a:p>
      </dsp:txBody>
      <dsp:txXfrm>
        <a:off x="1265927" y="2539072"/>
        <a:ext cx="4617590" cy="693664"/>
      </dsp:txXfrm>
    </dsp:sp>
    <dsp:sp modelId="{D81536BF-0201-4415-BF18-BD6201B1681B}">
      <dsp:nvSpPr>
        <dsp:cNvPr id="0" name=""/>
        <dsp:cNvSpPr/>
      </dsp:nvSpPr>
      <dsp:spPr>
        <a:xfrm>
          <a:off x="1659128" y="3356655"/>
          <a:ext cx="5554471" cy="736826"/>
        </a:xfrm>
        <a:prstGeom prst="roundRect">
          <a:avLst>
            <a:gd name="adj" fmla="val 10000"/>
          </a:avLst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Drives long-term customer lifetime value (CLV) growth</a:t>
          </a:r>
        </a:p>
      </dsp:txBody>
      <dsp:txXfrm>
        <a:off x="1680709" y="3378236"/>
        <a:ext cx="4617590" cy="693664"/>
      </dsp:txXfrm>
    </dsp:sp>
    <dsp:sp modelId="{027B3F2C-E623-4B07-A73D-C81AABD69FAD}">
      <dsp:nvSpPr>
        <dsp:cNvPr id="0" name=""/>
        <dsp:cNvSpPr/>
      </dsp:nvSpPr>
      <dsp:spPr>
        <a:xfrm>
          <a:off x="5075534" y="538292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183295" y="538292"/>
        <a:ext cx="263415" cy="360400"/>
      </dsp:txXfrm>
    </dsp:sp>
    <dsp:sp modelId="{9F6EF70A-9F3D-45C8-8CA8-46284FEB7601}">
      <dsp:nvSpPr>
        <dsp:cNvPr id="0" name=""/>
        <dsp:cNvSpPr/>
      </dsp:nvSpPr>
      <dsp:spPr>
        <a:xfrm>
          <a:off x="5490316" y="1377456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82399"/>
            <a:satOff val="-7939"/>
            <a:lumOff val="-837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82399"/>
              <a:satOff val="-7939"/>
              <a:lumOff val="-8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598077" y="1377456"/>
        <a:ext cx="263415" cy="360400"/>
      </dsp:txXfrm>
    </dsp:sp>
    <dsp:sp modelId="{32588D28-13CC-488C-9794-A82A081285C4}">
      <dsp:nvSpPr>
        <dsp:cNvPr id="0" name=""/>
        <dsp:cNvSpPr/>
      </dsp:nvSpPr>
      <dsp:spPr>
        <a:xfrm>
          <a:off x="5905098" y="2204340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4799"/>
            <a:satOff val="-15877"/>
            <a:lumOff val="-1674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64799"/>
              <a:satOff val="-15877"/>
              <a:lumOff val="-16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012859" y="2204340"/>
        <a:ext cx="263415" cy="360400"/>
      </dsp:txXfrm>
    </dsp:sp>
    <dsp:sp modelId="{15EE84D0-C3E1-44D4-8556-CD565805A7BB}">
      <dsp:nvSpPr>
        <dsp:cNvPr id="0" name=""/>
        <dsp:cNvSpPr/>
      </dsp:nvSpPr>
      <dsp:spPr>
        <a:xfrm>
          <a:off x="6319880" y="3051690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47198"/>
            <a:satOff val="-23816"/>
            <a:lumOff val="-2511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247198"/>
              <a:satOff val="-23816"/>
              <a:lumOff val="-25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427641" y="3051690"/>
        <a:ext cx="263415" cy="3604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12E60C-846F-4FF9-B467-0D42552348D0}">
      <dsp:nvSpPr>
        <dsp:cNvPr id="0" name=""/>
        <dsp:cNvSpPr/>
      </dsp:nvSpPr>
      <dsp:spPr>
        <a:xfrm>
          <a:off x="1181038" y="285322"/>
          <a:ext cx="656542" cy="6565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36015E-9985-4E8C-A2BD-D987C5E55594}">
      <dsp:nvSpPr>
        <dsp:cNvPr id="0" name=""/>
        <dsp:cNvSpPr/>
      </dsp:nvSpPr>
      <dsp:spPr>
        <a:xfrm>
          <a:off x="779818" y="1174751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Segments customers by age groups and spending tiers</a:t>
          </a:r>
        </a:p>
      </dsp:txBody>
      <dsp:txXfrm>
        <a:off x="779818" y="1174751"/>
        <a:ext cx="1458984" cy="583593"/>
      </dsp:txXfrm>
    </dsp:sp>
    <dsp:sp modelId="{46864223-626E-4396-8445-CCA788201271}">
      <dsp:nvSpPr>
        <dsp:cNvPr id="0" name=""/>
        <dsp:cNvSpPr/>
      </dsp:nvSpPr>
      <dsp:spPr>
        <a:xfrm>
          <a:off x="2895345" y="285322"/>
          <a:ext cx="656542" cy="6565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26F0A4-5B40-440A-AE08-E4451AC10CC9}">
      <dsp:nvSpPr>
        <dsp:cNvPr id="0" name=""/>
        <dsp:cNvSpPr/>
      </dsp:nvSpPr>
      <dsp:spPr>
        <a:xfrm>
          <a:off x="2494124" y="1174751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Identifies high-value and profitable customer segments</a:t>
          </a:r>
        </a:p>
      </dsp:txBody>
      <dsp:txXfrm>
        <a:off x="2494124" y="1174751"/>
        <a:ext cx="1458984" cy="583593"/>
      </dsp:txXfrm>
    </dsp:sp>
    <dsp:sp modelId="{8ED93078-7AAD-4D0D-A2AB-E62077BAACE4}">
      <dsp:nvSpPr>
        <dsp:cNvPr id="0" name=""/>
        <dsp:cNvSpPr/>
      </dsp:nvSpPr>
      <dsp:spPr>
        <a:xfrm>
          <a:off x="4609652" y="285322"/>
          <a:ext cx="656542" cy="6565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EFF57-C7B6-493C-A36A-775ED78AF11A}">
      <dsp:nvSpPr>
        <dsp:cNvPr id="0" name=""/>
        <dsp:cNvSpPr/>
      </dsp:nvSpPr>
      <dsp:spPr>
        <a:xfrm>
          <a:off x="4208431" y="1174751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Helps understand purchasing power and behavior patterns</a:t>
          </a:r>
        </a:p>
      </dsp:txBody>
      <dsp:txXfrm>
        <a:off x="4208431" y="1174751"/>
        <a:ext cx="1458984" cy="583593"/>
      </dsp:txXfrm>
    </dsp:sp>
    <dsp:sp modelId="{5C90BAED-16FD-45D0-9AC6-C414CBA9E318}">
      <dsp:nvSpPr>
        <dsp:cNvPr id="0" name=""/>
        <dsp:cNvSpPr/>
      </dsp:nvSpPr>
      <dsp:spPr>
        <a:xfrm>
          <a:off x="1181038" y="2123091"/>
          <a:ext cx="656542" cy="6565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448FC-DAC1-4F79-BECD-D48180CFC951}">
      <dsp:nvSpPr>
        <dsp:cNvPr id="0" name=""/>
        <dsp:cNvSpPr/>
      </dsp:nvSpPr>
      <dsp:spPr>
        <a:xfrm>
          <a:off x="779818" y="3012520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Analyzes regional buying preferences across cities</a:t>
          </a:r>
        </a:p>
      </dsp:txBody>
      <dsp:txXfrm>
        <a:off x="779818" y="3012520"/>
        <a:ext cx="1458984" cy="583593"/>
      </dsp:txXfrm>
    </dsp:sp>
    <dsp:sp modelId="{305A62CC-474F-4C33-8DCD-3B32ADF25A54}">
      <dsp:nvSpPr>
        <dsp:cNvPr id="0" name=""/>
        <dsp:cNvSpPr/>
      </dsp:nvSpPr>
      <dsp:spPr>
        <a:xfrm>
          <a:off x="2895345" y="2123091"/>
          <a:ext cx="656542" cy="65654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5CFE23-6D02-45DD-B644-B98D629F9444}">
      <dsp:nvSpPr>
        <dsp:cNvPr id="0" name=""/>
        <dsp:cNvSpPr/>
      </dsp:nvSpPr>
      <dsp:spPr>
        <a:xfrm>
          <a:off x="2494124" y="3012520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Example: High-end electronics demand vs traditional product trends</a:t>
          </a:r>
        </a:p>
      </dsp:txBody>
      <dsp:txXfrm>
        <a:off x="2494124" y="3012520"/>
        <a:ext cx="1458984" cy="583593"/>
      </dsp:txXfrm>
    </dsp:sp>
    <dsp:sp modelId="{5FAC5764-7AAB-479A-B762-86792F0D8A59}">
      <dsp:nvSpPr>
        <dsp:cNvPr id="0" name=""/>
        <dsp:cNvSpPr/>
      </dsp:nvSpPr>
      <dsp:spPr>
        <a:xfrm>
          <a:off x="4609652" y="2123091"/>
          <a:ext cx="656542" cy="65654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AE187-ECA3-4405-9420-F8AF3BE58144}">
      <dsp:nvSpPr>
        <dsp:cNvPr id="0" name=""/>
        <dsp:cNvSpPr/>
      </dsp:nvSpPr>
      <dsp:spPr>
        <a:xfrm>
          <a:off x="4208431" y="3012520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Supports region-specific product and inventory planning</a:t>
          </a:r>
        </a:p>
      </dsp:txBody>
      <dsp:txXfrm>
        <a:off x="4208431" y="3012520"/>
        <a:ext cx="1458984" cy="5835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8555E3-63FE-44FE-B0FB-D701517A0DFA}">
      <dsp:nvSpPr>
        <dsp:cNvPr id="0" name=""/>
        <dsp:cNvSpPr/>
      </dsp:nvSpPr>
      <dsp:spPr>
        <a:xfrm>
          <a:off x="263492" y="313706"/>
          <a:ext cx="818138" cy="81813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4F65EA-AD97-4423-AFF1-F44856ED2A2F}">
      <dsp:nvSpPr>
        <dsp:cNvPr id="0" name=""/>
        <dsp:cNvSpPr/>
      </dsp:nvSpPr>
      <dsp:spPr>
        <a:xfrm>
          <a:off x="437849" y="488064"/>
          <a:ext cx="469423" cy="4694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89D37-6AF9-4BCA-B03F-04425908E9C6}">
      <dsp:nvSpPr>
        <dsp:cNvPr id="0" name=""/>
        <dsp:cNvSpPr/>
      </dsp:nvSpPr>
      <dsp:spPr>
        <a:xfrm>
          <a:off x="1956" y="1386675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🧠 Customer Intelligence &amp; Personalization</a:t>
          </a:r>
        </a:p>
      </dsp:txBody>
      <dsp:txXfrm>
        <a:off x="1956" y="1386675"/>
        <a:ext cx="1341210" cy="536484"/>
      </dsp:txXfrm>
    </dsp:sp>
    <dsp:sp modelId="{55EA0BF0-79F6-4F6A-B328-AEEE825F5660}">
      <dsp:nvSpPr>
        <dsp:cNvPr id="0" name=""/>
        <dsp:cNvSpPr/>
      </dsp:nvSpPr>
      <dsp:spPr>
        <a:xfrm>
          <a:off x="1839415" y="313706"/>
          <a:ext cx="818138" cy="81813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A12DF6-292D-4597-AE8B-4CBB0BCBA42F}">
      <dsp:nvSpPr>
        <dsp:cNvPr id="0" name=""/>
        <dsp:cNvSpPr/>
      </dsp:nvSpPr>
      <dsp:spPr>
        <a:xfrm>
          <a:off x="2013772" y="488064"/>
          <a:ext cx="469423" cy="4694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4803E-E492-4DE7-BD5D-E655BC70E365}">
      <dsp:nvSpPr>
        <dsp:cNvPr id="0" name=""/>
        <dsp:cNvSpPr/>
      </dsp:nvSpPr>
      <dsp:spPr>
        <a:xfrm>
          <a:off x="1577879" y="1386675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Predicts customer churn using behavioral patterns</a:t>
          </a:r>
        </a:p>
      </dsp:txBody>
      <dsp:txXfrm>
        <a:off x="1577879" y="1386675"/>
        <a:ext cx="1341210" cy="536484"/>
      </dsp:txXfrm>
    </dsp:sp>
    <dsp:sp modelId="{354D3A4B-B5C0-4572-89E6-B340FA7C9A58}">
      <dsp:nvSpPr>
        <dsp:cNvPr id="0" name=""/>
        <dsp:cNvSpPr/>
      </dsp:nvSpPr>
      <dsp:spPr>
        <a:xfrm>
          <a:off x="3415338" y="313706"/>
          <a:ext cx="818138" cy="81813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8C25B-2D96-45F0-8445-0F16AB843048}">
      <dsp:nvSpPr>
        <dsp:cNvPr id="0" name=""/>
        <dsp:cNvSpPr/>
      </dsp:nvSpPr>
      <dsp:spPr>
        <a:xfrm>
          <a:off x="3589695" y="488064"/>
          <a:ext cx="469423" cy="4694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0035A5-E004-4D94-B0A0-4CEADE60DF3C}">
      <dsp:nvSpPr>
        <dsp:cNvPr id="0" name=""/>
        <dsp:cNvSpPr/>
      </dsp:nvSpPr>
      <dsp:spPr>
        <a:xfrm>
          <a:off x="3153801" y="1386675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Recommends products for cross-selling &amp; upselling</a:t>
          </a:r>
        </a:p>
      </dsp:txBody>
      <dsp:txXfrm>
        <a:off x="3153801" y="1386675"/>
        <a:ext cx="1341210" cy="536484"/>
      </dsp:txXfrm>
    </dsp:sp>
    <dsp:sp modelId="{EB0B10E2-10B0-428D-99D0-66A5E3483116}">
      <dsp:nvSpPr>
        <dsp:cNvPr id="0" name=""/>
        <dsp:cNvSpPr/>
      </dsp:nvSpPr>
      <dsp:spPr>
        <a:xfrm>
          <a:off x="4991260" y="313706"/>
          <a:ext cx="818138" cy="81813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65F4B8-182A-45D4-9BE4-1DED5D258599}">
      <dsp:nvSpPr>
        <dsp:cNvPr id="0" name=""/>
        <dsp:cNvSpPr/>
      </dsp:nvSpPr>
      <dsp:spPr>
        <a:xfrm>
          <a:off x="5165618" y="488064"/>
          <a:ext cx="469423" cy="4694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1AC24-1399-415E-9403-32CB1FFAE798}">
      <dsp:nvSpPr>
        <dsp:cNvPr id="0" name=""/>
        <dsp:cNvSpPr/>
      </dsp:nvSpPr>
      <dsp:spPr>
        <a:xfrm>
          <a:off x="4729724" y="1386675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Enhances customer lifetime value (LTV) and engagement</a:t>
          </a:r>
        </a:p>
      </dsp:txBody>
      <dsp:txXfrm>
        <a:off x="4729724" y="1386675"/>
        <a:ext cx="1341210" cy="536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35086-8B39-4119-9494-649421F8DF8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1ECF24-D48A-4FAF-B8D2-07E24E3AF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15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ECF24-D48A-4FAF-B8D2-07E24E3AF4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76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14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15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3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6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3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5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4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50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36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7684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96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643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28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76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78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39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143375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20950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4415" y="-8467"/>
            <a:ext cx="2255512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2034" y="-8467"/>
            <a:ext cx="194141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2034" y="3048000"/>
            <a:ext cx="2444750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4414" y="-8467"/>
            <a:ext cx="2140745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4415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8467"/>
            <a:ext cx="6881784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5590" y="1020871"/>
            <a:ext cx="5220569" cy="2849671"/>
          </a:xfrm>
        </p:spPr>
        <p:txBody>
          <a:bodyPr>
            <a:normAutofit/>
          </a:bodyPr>
          <a:lstStyle/>
          <a:p>
            <a:pPr algn="l"/>
            <a:r>
              <a:rPr lang="en-US" sz="5700">
                <a:solidFill>
                  <a:srgbClr val="FFFFFF"/>
                </a:solidFill>
              </a:rPr>
              <a:t>Amazon India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316" y="3962088"/>
            <a:ext cx="4584057" cy="1186108"/>
          </a:xfrm>
        </p:spPr>
        <p:txBody>
          <a:bodyPr>
            <a:normAutofit/>
          </a:bodyPr>
          <a:lstStyle/>
          <a:p>
            <a:pPr algn="l"/>
            <a:r>
              <a:rPr lang="en-US" sz="1700">
                <a:solidFill>
                  <a:srgbClr val="FFFFFF">
                    <a:alpha val="70000"/>
                  </a:srgbClr>
                </a:solidFill>
              </a:rPr>
              <a:t>Business Insights | Data Engineering | Visualization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6527" y="3294792"/>
            <a:ext cx="220660" cy="13982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Amazon India sales data (2015–2025)</a:t>
            </a:r>
          </a:p>
          <a:p>
            <a:r>
              <a:rPr dirty="0"/>
              <a:t>Identify revenue, customer, and product trends</a:t>
            </a:r>
          </a:p>
          <a:p>
            <a:r>
              <a:rPr dirty="0"/>
              <a:t>Build interactive dashboard using </a:t>
            </a:r>
            <a:r>
              <a:rPr dirty="0" err="1"/>
              <a:t>Streamlit</a:t>
            </a:r>
            <a:endParaRPr dirty="0"/>
          </a:p>
          <a:p>
            <a:r>
              <a:rPr dirty="0"/>
              <a:t>Enable data-driven business decisions</a:t>
            </a:r>
            <a:endParaRPr lang="en-IN" dirty="0"/>
          </a:p>
          <a:p>
            <a:r>
              <a:rPr lang="en-US" dirty="0"/>
              <a:t>Use SQL and Python for data processing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Engineering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CSV data ingestion</a:t>
            </a:r>
          </a:p>
          <a:p>
            <a:r>
              <a:t>Data cleaning using Python (Pandas)</a:t>
            </a:r>
          </a:p>
          <a:p>
            <a:r>
              <a:t>Data transformation and validation</a:t>
            </a:r>
          </a:p>
          <a:p>
            <a:r>
              <a:t>Loading into PostgreSQL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Currency cleaned (₹, commas removed)</a:t>
            </a:r>
          </a:p>
          <a:p>
            <a:r>
              <a:t>Mixed date formats standardized</a:t>
            </a:r>
          </a:p>
          <a:p>
            <a:r>
              <a:t>Boolean columns normalized</a:t>
            </a:r>
          </a:p>
          <a:p>
            <a:r>
              <a:t>Missing values handled</a:t>
            </a:r>
          </a:p>
          <a:p>
            <a:r>
              <a:t>Duplicates removed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5AA49-981A-F713-846A-8E282561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DDAFA-DD9C-7DDA-1808-C1CE7677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Highlights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94F269-47FF-4A64-D2C0-3DCDB5C5A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04" y="2690733"/>
            <a:ext cx="8664792" cy="147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756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200"/>
              <a:t>Database Architecture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67CC1D-7C82-BA02-0C74-9F99C815FA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0866288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Main table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35CFC6-FFA3-F409-2E60-0612D0693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66" y="1930400"/>
            <a:ext cx="7319936" cy="41148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E5274-0130-50B3-CAC5-3F8ED240F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01EDA-C110-C9E4-6BC2-96BB7FFCA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7125326" cy="1320800"/>
          </a:xfrm>
        </p:spPr>
        <p:txBody>
          <a:bodyPr/>
          <a:lstStyle/>
          <a:p>
            <a:r>
              <a:rPr lang="en-US" b="1" dirty="0"/>
              <a:t>Executive Dashboards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EBD4A-FEF2-367E-9229-3DBA8A402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Year-over-year growth analysis</a:t>
            </a:r>
            <a:r>
              <a:rPr lang="en-IN" dirty="0"/>
              <a:t> </a:t>
            </a:r>
          </a:p>
          <a:p>
            <a:r>
              <a:rPr lang="en-US" dirty="0"/>
              <a:t>Active Customers &amp; Customer Acquisition Trends</a:t>
            </a:r>
            <a:endParaRPr dirty="0"/>
          </a:p>
          <a:p>
            <a:r>
              <a:rPr dirty="0"/>
              <a:t>Trend line using regression</a:t>
            </a:r>
            <a:endParaRPr lang="en-IN" dirty="0"/>
          </a:p>
          <a:p>
            <a:r>
              <a:rPr lang="en-US" dirty="0"/>
              <a:t>Average Order Value(AOV) tracking</a:t>
            </a:r>
            <a:endParaRPr dirty="0"/>
          </a:p>
          <a:p>
            <a:r>
              <a:rPr dirty="0"/>
              <a:t>Peak growth identification</a:t>
            </a:r>
          </a:p>
          <a:p>
            <a:r>
              <a:rPr dirty="0"/>
              <a:t>Revenue forecasting patterns</a:t>
            </a:r>
          </a:p>
        </p:txBody>
      </p:sp>
    </p:spTree>
    <p:extLst>
      <p:ext uri="{BB962C8B-B14F-4D97-AF65-F5344CB8AC3E}">
        <p14:creationId xmlns:p14="http://schemas.microsoft.com/office/powerpoint/2010/main" val="2226112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2020F-2F67-2F2B-9BED-5D3286D1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0A61547-2555-4DE2-A37F-A53E54917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2447E0-8F0D-479C-94E4-82BC8EB68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F943397-DCDD-44CB-BBA9-9510B7698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E2630ADC-31DB-4C48-AC4A-DAAE5A7B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2CA5C44E-F54E-47E0-8989-4D8686B33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F54E15E-830B-4375-A239-4C51954DE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CB37E322-FF7E-4872-BD6B-50A48CBEA5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710D0C1E-D2F8-45B2-AE14-1AC8E976F7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3216331B-17D0-4167-ABD2-B2198058C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A53A7A96-3806-4BB3-91DE-6EED48AC78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F8C2B86C-EE71-466E-8991-503F9C9C1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7C9C86-D79E-9A09-DA95-FAFD85E6D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806" y="835015"/>
            <a:ext cx="2384695" cy="321582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400" dirty="0"/>
              <a:t>Executive dashboard Insights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CB7B1B-AA9A-1B75-3EFD-1D44580C6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04" y="1029497"/>
            <a:ext cx="3733171" cy="2099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67DD43-19D0-B5FB-B16B-E8F18FB09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53" y="3989626"/>
            <a:ext cx="3733171" cy="161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51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27F88-30E4-F73A-9CD2-B0C500672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A3351-7516-91B5-3AFF-5F5ACA6E2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Revenue </a:t>
            </a:r>
            <a:r>
              <a:rPr lang="en-IN" dirty="0"/>
              <a:t>&amp; Customer Analytics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4A2B2-92E8-7F48-0D42-1308E4D1F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2743200"/>
            <a:ext cx="7649981" cy="32981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Time-Series Analysis: Visualizes historical revenue patterns to identify cyclical growth.</a:t>
            </a:r>
          </a:p>
          <a:p>
            <a:pPr lvl="0"/>
            <a:r>
              <a:rPr lang="en-US" dirty="0"/>
              <a:t>Interactive Selection: Users can toggle between time grains (e.g., viewing a 3-year trend vs. a 6-month deep dive).</a:t>
            </a:r>
          </a:p>
          <a:p>
            <a:pPr lvl="0"/>
            <a:r>
              <a:rPr lang="en-US" dirty="0"/>
              <a:t>Growth Rate Tracking: Calculates Month-on-Month (MoM) and Year-on-Year (YoY) percentages to flag decelerating or accelerating segments.</a:t>
            </a:r>
          </a:p>
        </p:txBody>
      </p:sp>
    </p:spTree>
    <p:extLst>
      <p:ext uri="{BB962C8B-B14F-4D97-AF65-F5344CB8AC3E}">
        <p14:creationId xmlns:p14="http://schemas.microsoft.com/office/powerpoint/2010/main" val="1075448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25E1E-9A85-9665-93A2-F62F8284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90A61547-2555-4DE2-A37F-A53E54917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C2447E0-8F0D-479C-94E4-82BC8EB68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F943397-DCDD-44CB-BBA9-9510B7698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E2630ADC-31DB-4C48-AC4A-DAAE5A7B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Rectangle 25">
              <a:extLst>
                <a:ext uri="{FF2B5EF4-FFF2-40B4-BE49-F238E27FC236}">
                  <a16:creationId xmlns:a16="http://schemas.microsoft.com/office/drawing/2014/main" id="{2CA5C44E-F54E-47E0-8989-4D8686B33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FF54E15E-830B-4375-A239-4C51954DE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Rectangle 27">
              <a:extLst>
                <a:ext uri="{FF2B5EF4-FFF2-40B4-BE49-F238E27FC236}">
                  <a16:creationId xmlns:a16="http://schemas.microsoft.com/office/drawing/2014/main" id="{CB37E322-FF7E-4872-BD6B-50A48CBEA5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Rectangle 28">
              <a:extLst>
                <a:ext uri="{FF2B5EF4-FFF2-40B4-BE49-F238E27FC236}">
                  <a16:creationId xmlns:a16="http://schemas.microsoft.com/office/drawing/2014/main" id="{710D0C1E-D2F8-45B2-AE14-1AC8E976F7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Rectangle 29">
              <a:extLst>
                <a:ext uri="{FF2B5EF4-FFF2-40B4-BE49-F238E27FC236}">
                  <a16:creationId xmlns:a16="http://schemas.microsoft.com/office/drawing/2014/main" id="{3216331B-17D0-4167-ABD2-B2198058C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A53A7A96-3806-4BB3-91DE-6EED48AC78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F8C2B86C-EE71-466E-8991-503F9C9C1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4A5F24-92E5-4B9F-815E-7B6D93C63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806" y="835015"/>
            <a:ext cx="2384695" cy="321582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800"/>
              <a:t>Revenue &amp; Customer Analytics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76E9DE-3E99-8F6A-AFEB-278237E89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04" y="1071495"/>
            <a:ext cx="3733171" cy="2015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2C9CB1-0031-0DF0-4A79-6FBE4F667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53" y="3877631"/>
            <a:ext cx="3733171" cy="183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805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Customer Segmentation (RFM)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816638"/>
            <a:ext cx="3464779" cy="5224724"/>
          </a:xfrm>
        </p:spPr>
        <p:txBody>
          <a:bodyPr anchor="ctr">
            <a:normAutofit/>
          </a:bodyPr>
          <a:lstStyle/>
          <a:p>
            <a:r>
              <a:t>Recency: Last purchase behavior</a:t>
            </a:r>
          </a:p>
          <a:p>
            <a:r>
              <a:t>Frequency: Purchase count</a:t>
            </a:r>
          </a:p>
          <a:p>
            <a:r>
              <a:t>Monetary: Total spending</a:t>
            </a:r>
          </a:p>
          <a:p>
            <a:r>
              <a:t>Segments: Loyal, At Risk, High Value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RFM Segmentation &amp; Behavioral Profiles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0C6870-7B23-58D9-0D30-06D472C557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101" b="1"/>
          <a:stretch>
            <a:fillRect/>
          </a:stretch>
        </p:blipFill>
        <p:spPr>
          <a:xfrm>
            <a:off x="508000" y="468621"/>
            <a:ext cx="6206002" cy="3635025"/>
          </a:xfrm>
          <a:custGeom>
            <a:avLst/>
            <a:gdLst/>
            <a:ahLst/>
            <a:cxnLst/>
            <a:rect l="l" t="t" r="r" b="b"/>
            <a:pathLst>
              <a:path w="8274669" h="3635025">
                <a:moveTo>
                  <a:pt x="540554" y="0"/>
                </a:moveTo>
                <a:lnTo>
                  <a:pt x="8274669" y="0"/>
                </a:lnTo>
                <a:lnTo>
                  <a:pt x="8274669" y="3635025"/>
                </a:lnTo>
                <a:lnTo>
                  <a:pt x="0" y="3635025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BC9CE8-362D-7496-B20F-447E76E15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653B59-3417-EB5C-03AE-6825FD29F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US"/>
              <a:t>Customer Journey &amp; Evolution 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94CD828-2F6C-114B-7F7B-8A5844DEE4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2413915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266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476" y="4553712"/>
            <a:ext cx="6216024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Customer Journey &amp; Evolution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ED1D9C-C169-0F90-DA80-28C14AA5E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76" y="1016880"/>
            <a:ext cx="6216024" cy="32167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F0AC5-0CE1-A600-69CD-AFDC5A8CF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4DA9-39A5-BBB6-CF0F-E74BB3908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 Membership Analytics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0AD99-BF1D-0E54-ECB6-D372F53ED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Compares Prime vs Non-Prime customer behavior </a:t>
            </a:r>
          </a:p>
          <a:p>
            <a:r>
              <a:rPr lang="en-US" dirty="0"/>
              <a:t>Analyzes Average Order Value (AOV) differences</a:t>
            </a:r>
          </a:p>
          <a:p>
            <a:r>
              <a:rPr lang="en-US" dirty="0"/>
              <a:t>Evaluates purchase frequency and engagement levels</a:t>
            </a:r>
          </a:p>
          <a:p>
            <a:r>
              <a:rPr lang="en-US" dirty="0"/>
              <a:t>Identifies high-value customer segments</a:t>
            </a:r>
          </a:p>
          <a:p>
            <a:r>
              <a:rPr lang="en-US" dirty="0"/>
              <a:t>Tracks retention rate of Prime vs standard users</a:t>
            </a:r>
          </a:p>
          <a:p>
            <a:r>
              <a:rPr lang="en-US" dirty="0"/>
              <a:t>Measures customer lifetime and repeat purchases</a:t>
            </a:r>
          </a:p>
          <a:p>
            <a:r>
              <a:rPr lang="en-US" dirty="0"/>
              <a:t>Demonstrates Prime as a strong “loyalty driver”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3833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5D492-E29E-6A71-3788-437969ADF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6B31D7-EC09-ACEB-312D-590882260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Prime Membership Analytics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8A011E-15BC-746D-8E16-BFF290DD54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2" b="-2"/>
          <a:stretch>
            <a:fillRect/>
          </a:stretch>
        </p:blipFill>
        <p:spPr>
          <a:xfrm>
            <a:off x="508000" y="468621"/>
            <a:ext cx="6206002" cy="3635025"/>
          </a:xfrm>
          <a:custGeom>
            <a:avLst/>
            <a:gdLst/>
            <a:ahLst/>
            <a:cxnLst/>
            <a:rect l="l" t="t" r="r" b="b"/>
            <a:pathLst>
              <a:path w="8274669" h="3635025">
                <a:moveTo>
                  <a:pt x="540554" y="0"/>
                </a:moveTo>
                <a:lnTo>
                  <a:pt x="8274669" y="0"/>
                </a:lnTo>
                <a:lnTo>
                  <a:pt x="8274669" y="3635025"/>
                </a:lnTo>
                <a:lnTo>
                  <a:pt x="0" y="36350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56515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F4AEB-90DD-C426-C7A0-8E6D1258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B60108D-3A2D-C631-1500-81B6563F4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553712"/>
            <a:ext cx="6216024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Retention, Cohorts &amp; Churn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4A2CF2-EF16-AC9E-B1BB-7CCEF33ED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76" y="985800"/>
            <a:ext cx="6216024" cy="324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57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0C7C00-6784-1801-0D16-64F5527BA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1A76-7CDD-A363-3FC5-3C977D684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Demographics &amp; Spending Patterns </a:t>
            </a:r>
            <a:endParaRPr dirty="0">
              <a:latin typeface="+mn-l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CBD2A0-9B86-4622-0A5C-5593A90540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5166840"/>
              </p:ext>
            </p:extLst>
          </p:nvPr>
        </p:nvGraphicFramePr>
        <p:xfrm>
          <a:off x="508397" y="2160588"/>
          <a:ext cx="644723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8901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605D26-6F82-87ED-498F-0B7742B35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2D47A6-027F-7124-1DCE-F0C467CDA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49" y="4571999"/>
            <a:ext cx="5755351" cy="108765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Demographics &amp; Spending Patterns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23EE2B-31FE-9319-723D-33458CCE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220954"/>
            <a:ext cx="5718872" cy="303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08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Product &amp; Inventory Analytics </a:t>
            </a:r>
            <a:endParaRPr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Identifies top-performing vs underperforming products</a:t>
            </a:r>
          </a:p>
          <a:p>
            <a:r>
              <a:rPr lang="en-US" dirty="0"/>
              <a:t>Tracks product lifecycle from launch to maturity</a:t>
            </a:r>
          </a:p>
          <a:p>
            <a:r>
              <a:rPr lang="en-US" dirty="0"/>
              <a:t>Supports decisions on scaling or liquidation</a:t>
            </a:r>
          </a:p>
          <a:p>
            <a:r>
              <a:rPr lang="en-US" dirty="0"/>
              <a:t>Measures inventory turnover for efficiency</a:t>
            </a:r>
          </a:p>
          <a:p>
            <a:r>
              <a:rPr lang="en-US" dirty="0"/>
              <a:t>Differentiates fast-moving vs slow-moving products</a:t>
            </a:r>
          </a:p>
          <a:p>
            <a:r>
              <a:rPr lang="en-US" dirty="0"/>
              <a:t>Measures inventory turnover for efficiency</a:t>
            </a:r>
          </a:p>
          <a:p>
            <a:r>
              <a:rPr lang="en-US" dirty="0"/>
              <a:t>Differentiates fast-moving vs slow-moving products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D63EC-F4B5-5963-1122-038C47F6B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EBE86EA4-C4F1-4465-B306-7A2BC228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8279268-DB29-43BE-B57C-14977EACF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8FA53C0-C1EF-4611-BAB3-65EEB16AA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81CDACFC-DD8A-4CC0-B7FC-6030FC353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Rectangle 25">
              <a:extLst>
                <a:ext uri="{FF2B5EF4-FFF2-40B4-BE49-F238E27FC236}">
                  <a16:creationId xmlns:a16="http://schemas.microsoft.com/office/drawing/2014/main" id="{0269F267-73D4-4CC3-BEC7-73335654D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DC48F13D-B2D7-4EB8-9CA7-59243637C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A82405B3-5A67-4DA2-8EDA-7AB65A8B4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7508BC7B-3BD2-4D96-A46E-82988222A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4298D07C-2287-4B93-9041-935144DE1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0F6BC886-C125-4903-8C2A-6FB687400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C9D0B38F-2E02-4E85-99EE-73595E7C89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BD11ECC6-8551-4768-8DFD-CD41AF420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9144000" cy="228599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3657592-CA60-4F45-B1A0-88AA77242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68955" y="-8467"/>
            <a:ext cx="3575053" cy="6866467"/>
            <a:chOff x="7425267" y="-8467"/>
            <a:chExt cx="4766733" cy="686646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F47E2B4-7DA9-4312-A1F0-C48388B23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5B274F7-039F-4BFC-AA98-B51B1D6C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3">
              <a:extLst>
                <a:ext uri="{FF2B5EF4-FFF2-40B4-BE49-F238E27FC236}">
                  <a16:creationId xmlns:a16="http://schemas.microsoft.com/office/drawing/2014/main" id="{11A31103-C703-46C9-9D26-497A1ACD5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5">
              <a:extLst>
                <a:ext uri="{FF2B5EF4-FFF2-40B4-BE49-F238E27FC236}">
                  <a16:creationId xmlns:a16="http://schemas.microsoft.com/office/drawing/2014/main" id="{382F955F-FC22-44B8-BDCF-B7758032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1F567692-F087-479A-8931-BD2869C3E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49B3E4CD-0738-4B9D-A14F-1E8694DDF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4753B851-AD90-4CCD-85D0-65AA6567D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EBF14868-A190-4E21-9522-8977C474C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BCBB4922-76EE-442B-A649-09873DCE7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7229D52-FD49-B8D5-B377-9B71E9DB0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832" y="4758611"/>
            <a:ext cx="6381670" cy="102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400"/>
              <a:t>Product &amp; Inventory Analytics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2EB503-A017-4457-A105-53638C97D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D85CF3-D27D-4451-CAFE-34A7013DC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99" y="1679876"/>
            <a:ext cx="2570028" cy="1381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6F6AAE-C1B6-0A5B-8B1E-7B0CA228E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360" y="1679876"/>
            <a:ext cx="2570028" cy="1381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7092D7-236D-F85D-6A82-0564B7584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804" y="1683089"/>
            <a:ext cx="2570028" cy="137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51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Operations &amp; Logistics Overview</a:t>
            </a:r>
          </a:p>
        </p:txBody>
      </p:sp>
      <p:pic>
        <p:nvPicPr>
          <p:cNvPr id="41" name="Graphic 40" descr="Truck">
            <a:extLst>
              <a:ext uri="{FF2B5EF4-FFF2-40B4-BE49-F238E27FC236}">
                <a16:creationId xmlns:a16="http://schemas.microsoft.com/office/drawing/2014/main" id="{555952F5-C342-9C31-2B3E-DB0CE5199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105" y="2159331"/>
            <a:ext cx="2186980" cy="218698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370" y="2160589"/>
            <a:ext cx="3905879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Tracks end-to-end order flow (Pick, Pack, Ship → Delivery)</a:t>
            </a:r>
          </a:p>
          <a:p>
            <a:pPr>
              <a:lnSpc>
                <a:spcPct val="90000"/>
              </a:lnSpc>
            </a:pPr>
            <a:r>
              <a:rPr lang="en-US"/>
              <a:t>Monitors warehouse capacity and order cycle time</a:t>
            </a:r>
          </a:p>
          <a:p>
            <a:pPr>
              <a:lnSpc>
                <a:spcPct val="90000"/>
              </a:lnSpc>
            </a:pPr>
            <a:r>
              <a:rPr lang="en-US"/>
              <a:t>Ensures faster delivery and operational efficiency</a:t>
            </a:r>
          </a:p>
          <a:p>
            <a:pPr>
              <a:lnSpc>
                <a:spcPct val="90000"/>
              </a:lnSpc>
            </a:pPr>
            <a:r>
              <a:rPr lang="en-US"/>
              <a:t>Measures CSAT, delivery speed, and resolution time</a:t>
            </a:r>
          </a:p>
          <a:p>
            <a:pPr>
              <a:lnSpc>
                <a:spcPct val="90000"/>
              </a:lnSpc>
            </a:pPr>
            <a:r>
              <a:rPr lang="en-US"/>
              <a:t>Tracks On-Time Delivery (OTD) across regions</a:t>
            </a:r>
          </a:p>
          <a:p>
            <a:pPr>
              <a:lnSpc>
                <a:spcPct val="90000"/>
              </a:lnSpc>
            </a:pPr>
            <a:r>
              <a:rPr lang="en-US"/>
              <a:t>Identifies delays and improves last-mile delivery experience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459D0-F201-AECA-6501-335D2A1DA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4D68F31-B717-405E-8FDA-18AB5EF2D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880E025-48FA-41BF-B643-0F8A44B90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B9DE0C2-FDAC-4F0A-87F8-E88ECD0E2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23">
              <a:extLst>
                <a:ext uri="{FF2B5EF4-FFF2-40B4-BE49-F238E27FC236}">
                  <a16:creationId xmlns:a16="http://schemas.microsoft.com/office/drawing/2014/main" id="{511C30BC-C353-4E3B-B27A-79E55CA45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Rectangle 25">
              <a:extLst>
                <a:ext uri="{FF2B5EF4-FFF2-40B4-BE49-F238E27FC236}">
                  <a16:creationId xmlns:a16="http://schemas.microsoft.com/office/drawing/2014/main" id="{476261E9-EE37-4446-8A99-BF1624CA4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ED67AA56-9A94-4774-8196-23D0C538D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Rectangle 27">
              <a:extLst>
                <a:ext uri="{FF2B5EF4-FFF2-40B4-BE49-F238E27FC236}">
                  <a16:creationId xmlns:a16="http://schemas.microsoft.com/office/drawing/2014/main" id="{51ABDD58-0B98-40D3-8540-6BD3C22D2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Rectangle 28">
              <a:extLst>
                <a:ext uri="{FF2B5EF4-FFF2-40B4-BE49-F238E27FC236}">
                  <a16:creationId xmlns:a16="http://schemas.microsoft.com/office/drawing/2014/main" id="{C1221CB9-937E-4D51-A315-FCDE0A771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Rectangle 29">
              <a:extLst>
                <a:ext uri="{FF2B5EF4-FFF2-40B4-BE49-F238E27FC236}">
                  <a16:creationId xmlns:a16="http://schemas.microsoft.com/office/drawing/2014/main" id="{84AE7C0B-B7D8-4F7A-A31B-6704BC4A4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16AF0C9F-08B9-458B-B540-A8E3913DF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6FD06311-3180-43A6-86B8-4D1F153FE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BD11ECC6-8551-4768-8DFD-CD41AF420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9144000" cy="228599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3657592-CA60-4F45-B1A0-88AA77242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68955" y="-8467"/>
            <a:ext cx="3575053" cy="6866467"/>
            <a:chOff x="7425267" y="-8467"/>
            <a:chExt cx="4766733" cy="686646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F47E2B4-7DA9-4312-A1F0-C48388B23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5B274F7-039F-4BFC-AA98-B51B1D6C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23">
              <a:extLst>
                <a:ext uri="{FF2B5EF4-FFF2-40B4-BE49-F238E27FC236}">
                  <a16:creationId xmlns:a16="http://schemas.microsoft.com/office/drawing/2014/main" id="{11A31103-C703-46C9-9D26-497A1ACD5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25">
              <a:extLst>
                <a:ext uri="{FF2B5EF4-FFF2-40B4-BE49-F238E27FC236}">
                  <a16:creationId xmlns:a16="http://schemas.microsoft.com/office/drawing/2014/main" id="{382F955F-FC22-44B8-BDCF-B7758032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1F567692-F087-479A-8931-BD2869C3E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Rectangle 27">
              <a:extLst>
                <a:ext uri="{FF2B5EF4-FFF2-40B4-BE49-F238E27FC236}">
                  <a16:creationId xmlns:a16="http://schemas.microsoft.com/office/drawing/2014/main" id="{49B3E4CD-0738-4B9D-A14F-1E8694DDF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 28">
              <a:extLst>
                <a:ext uri="{FF2B5EF4-FFF2-40B4-BE49-F238E27FC236}">
                  <a16:creationId xmlns:a16="http://schemas.microsoft.com/office/drawing/2014/main" id="{4753B851-AD90-4CCD-85D0-65AA6567D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Rectangle 29">
              <a:extLst>
                <a:ext uri="{FF2B5EF4-FFF2-40B4-BE49-F238E27FC236}">
                  <a16:creationId xmlns:a16="http://schemas.microsoft.com/office/drawing/2014/main" id="{EBF14868-A190-4E21-9522-8977C474C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BCBB4922-76EE-442B-A649-09873DCE7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9FE880-B3D1-EDF5-4070-3AE5FEDD4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832" y="4758611"/>
            <a:ext cx="6381670" cy="102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400"/>
              <a:t>Operations &amp; Logistics Overview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E2EB503-A017-4457-A105-53638C97D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DF4F30-C940-8F9B-1DDA-237928B18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99" y="1949105"/>
            <a:ext cx="1862834" cy="8429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CA638A-D375-7212-193B-91A51B240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86733" y="1867606"/>
            <a:ext cx="1862834" cy="100593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D23CF0-B066-7962-E463-A82B59297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66" y="1890892"/>
            <a:ext cx="1862834" cy="9593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72955F-7C60-ED99-181C-3DE041724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999" y="1846650"/>
            <a:ext cx="1862833" cy="10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116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97B4B-EAC9-E5CB-6EB6-6F006F195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148C-DEF6-1EBD-9124-B2E77DBC1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Analytics Overview</a:t>
            </a:r>
            <a:endParaRPr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6C7F78E8-B68D-2FAE-E8F1-F95F8D82AA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7195" y="3655103"/>
          <a:ext cx="6072892" cy="2236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2C727D-48FA-06AF-BE71-75C2BF6157BC}"/>
              </a:ext>
            </a:extLst>
          </p:cNvPr>
          <p:cNvSpPr txBox="1">
            <a:spLocks/>
          </p:cNvSpPr>
          <p:nvPr/>
        </p:nvSpPr>
        <p:spPr>
          <a:xfrm>
            <a:off x="467195" y="1573135"/>
            <a:ext cx="6072892" cy="2236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🔮 Predictive Analytics &amp; Forecasting</a:t>
            </a:r>
          </a:p>
          <a:p>
            <a:r>
              <a:rPr lang="en-US"/>
              <a:t>Uses time-series models to predict sales and growth trends</a:t>
            </a:r>
          </a:p>
          <a:p>
            <a:r>
              <a:rPr lang="en-US"/>
              <a:t>Forecasts revenue, demand, and market fluctuations</a:t>
            </a:r>
          </a:p>
          <a:p>
            <a:r>
              <a:rPr lang="en-US"/>
              <a:t>Supports data-driven planning and target setting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96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CFAF8-BADA-2EED-B965-D338984C8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BE86EA4-C4F1-4465-B306-7A2BC228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8279268-DB29-43BE-B57C-14977EACF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8FA53C0-C1EF-4611-BAB3-65EEB16AA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81CDACFC-DD8A-4CC0-B7FC-6030FC353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0269F267-73D4-4CC3-BEC7-73335654D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DC48F13D-B2D7-4EB8-9CA7-59243637C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A82405B3-5A67-4DA2-8EDA-7AB65A8B4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7508BC7B-3BD2-4D96-A46E-82988222A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4298D07C-2287-4B93-9041-935144DE1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0F6BC886-C125-4903-8C2A-6FB687400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C9D0B38F-2E02-4E85-99EE-73595E7C89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D11ECC6-8551-4768-8DFD-CD41AF420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9144000" cy="228599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3657592-CA60-4F45-B1A0-88AA77242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68955" y="-8467"/>
            <a:ext cx="3575053" cy="6866467"/>
            <a:chOff x="7425267" y="-8467"/>
            <a:chExt cx="4766733" cy="686646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F47E2B4-7DA9-4312-A1F0-C48388B23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5B274F7-039F-4BFC-AA98-B51B1D6C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11A31103-C703-46C9-9D26-497A1ACD5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382F955F-FC22-44B8-BDCF-B7758032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1F567692-F087-479A-8931-BD2869C3E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27">
              <a:extLst>
                <a:ext uri="{FF2B5EF4-FFF2-40B4-BE49-F238E27FC236}">
                  <a16:creationId xmlns:a16="http://schemas.microsoft.com/office/drawing/2014/main" id="{49B3E4CD-0738-4B9D-A14F-1E8694DDF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4753B851-AD90-4CCD-85D0-65AA6567D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Rectangle 29">
              <a:extLst>
                <a:ext uri="{FF2B5EF4-FFF2-40B4-BE49-F238E27FC236}">
                  <a16:creationId xmlns:a16="http://schemas.microsoft.com/office/drawing/2014/main" id="{EBF14868-A190-4E21-9522-8977C474C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BCBB4922-76EE-442B-A649-09873DCE7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B35F28-9192-B119-890F-ED7E66ACC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832" y="4758611"/>
            <a:ext cx="6381670" cy="102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400"/>
              <a:t>Advanced Analytics Overview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2EB503-A017-4457-A105-53638C97D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057F18-919A-232E-4000-8D9058EE3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99" y="1638114"/>
            <a:ext cx="2570028" cy="1464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BDE315-5575-BE4B-11DC-2568E00A2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360" y="1673452"/>
            <a:ext cx="2570028" cy="13942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80129C-2335-25AA-9CB7-693CBE749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804" y="1683089"/>
            <a:ext cx="2570028" cy="137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32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C0086-74A2-2045-5200-A9CA445C2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12E8CD4E-6381-4807-AA5B-CE0024A8B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28445F8-F032-43C9-8D0F-A5155F525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59"/>
            <a:ext cx="4153916" cy="28870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8194C-1332-6BF7-B5C6-77383C7BC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84" y="868943"/>
            <a:ext cx="3909060" cy="2110892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36A325B5-56A3-425A-B9A3-0CEB7CA1B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2324" y="480060"/>
            <a:ext cx="4153916" cy="28870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1DE7E9-0168-655D-2883-A4EAE5FEC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751" y="1015533"/>
            <a:ext cx="3909060" cy="1817712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B80DE958-9D45-4CAD-BF1F-FA2ED970B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527956"/>
            <a:ext cx="4153916" cy="2849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2FCE7A-FB4A-B5D4-F630-A2591A6DC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84" y="4024755"/>
            <a:ext cx="3909060" cy="1817712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BB93B4BF-AD35-4E52-8131-161C5FB9C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2324" y="3527956"/>
            <a:ext cx="4153916" cy="2849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9C3A4D-C78F-9EF5-7262-2D6ADC88CC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751" y="4083182"/>
            <a:ext cx="3909060" cy="173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76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Streamlit UI</a:t>
            </a:r>
          </a:p>
          <a:p>
            <a:r>
              <a:t>Sidebar navigation modules</a:t>
            </a:r>
          </a:p>
          <a:p>
            <a:r>
              <a:t>Dynamic filtering</a:t>
            </a:r>
          </a:p>
          <a:p>
            <a:r>
              <a:t>Real-time analytics visualization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decision-making</a:t>
            </a:r>
          </a:p>
          <a:p>
            <a:r>
              <a:t>Identified growth opportunities</a:t>
            </a:r>
          </a:p>
          <a:p>
            <a:r>
              <a:t>Enhanced customer targeting</a:t>
            </a:r>
          </a:p>
          <a:p>
            <a:r>
              <a:t>Operational optimization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analytics solution</a:t>
            </a:r>
          </a:p>
          <a:p>
            <a:r>
              <a:t>Scalable architecture</a:t>
            </a:r>
          </a:p>
          <a:p>
            <a:r>
              <a:t>Actionable business insights</a:t>
            </a:r>
          </a:p>
          <a:p>
            <a:r>
              <a:t>Future scope: AI &amp; 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</TotalTime>
  <Words>617</Words>
  <Application>Microsoft Office PowerPoint</Application>
  <PresentationFormat>On-screen Show (4:3)</PresentationFormat>
  <Paragraphs>115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Arial</vt:lpstr>
      <vt:lpstr>Trebuchet MS</vt:lpstr>
      <vt:lpstr>Wingdings 3</vt:lpstr>
      <vt:lpstr>Facet</vt:lpstr>
      <vt:lpstr>Amazon India Analytics Dashboard</vt:lpstr>
      <vt:lpstr>Project Objective</vt:lpstr>
      <vt:lpstr>Data Engineering Pipeline</vt:lpstr>
      <vt:lpstr>Data Cleaning Highlights</vt:lpstr>
      <vt:lpstr>Data Cleaning Highlights</vt:lpstr>
      <vt:lpstr>Database Architecture</vt:lpstr>
      <vt:lpstr>Main table</vt:lpstr>
      <vt:lpstr>Executive Dashboards</vt:lpstr>
      <vt:lpstr>Executive dashboard Insights</vt:lpstr>
      <vt:lpstr>Revenue &amp; Customer Analytics</vt:lpstr>
      <vt:lpstr>Revenue &amp; Customer Analytics</vt:lpstr>
      <vt:lpstr>Customer Segmentation (RFM)</vt:lpstr>
      <vt:lpstr>RFM Segmentation &amp; Behavioral Profiles </vt:lpstr>
      <vt:lpstr>Customer Journey &amp; Evolution </vt:lpstr>
      <vt:lpstr>Customer Journey &amp; Evolution </vt:lpstr>
      <vt:lpstr>Prime Membership Analytics</vt:lpstr>
      <vt:lpstr>Prime Membership Analytics</vt:lpstr>
      <vt:lpstr>Retention, Cohorts &amp; Churn </vt:lpstr>
      <vt:lpstr>Demographics &amp; Spending Patterns </vt:lpstr>
      <vt:lpstr>Demographics &amp; Spending Patterns </vt:lpstr>
      <vt:lpstr>Product &amp; Inventory Analytics </vt:lpstr>
      <vt:lpstr>Product &amp; Inventory Analytics </vt:lpstr>
      <vt:lpstr>Operations &amp; Logistics Overview</vt:lpstr>
      <vt:lpstr>Operations &amp; Logistics Overview</vt:lpstr>
      <vt:lpstr>Advanced Analytics Overview</vt:lpstr>
      <vt:lpstr>Advanced Analytics Overview</vt:lpstr>
      <vt:lpstr>PowerPoint Presentation</vt:lpstr>
      <vt:lpstr>Dashboard Features</vt:lpstr>
      <vt:lpstr>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Deepika  Sunilkumar</cp:lastModifiedBy>
  <cp:revision>4</cp:revision>
  <dcterms:created xsi:type="dcterms:W3CDTF">2013-01-27T09:14:16Z</dcterms:created>
  <dcterms:modified xsi:type="dcterms:W3CDTF">2026-03-27T17:47:32Z</dcterms:modified>
  <cp:category/>
</cp:coreProperties>
</file>